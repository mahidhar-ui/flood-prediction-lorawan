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32" r:id="rId2"/>
    <p:sldId id="333" r:id="rId3"/>
    <p:sldId id="334" r:id="rId4"/>
    <p:sldId id="335" r:id="rId5"/>
    <p:sldId id="356" r:id="rId6"/>
    <p:sldId id="357" r:id="rId7"/>
    <p:sldId id="290" r:id="rId8"/>
    <p:sldId id="310" r:id="rId9"/>
    <p:sldId id="338" r:id="rId10"/>
    <p:sldId id="292" r:id="rId11"/>
    <p:sldId id="316" r:id="rId12"/>
    <p:sldId id="300" r:id="rId13"/>
    <p:sldId id="355" r:id="rId14"/>
    <p:sldId id="353" r:id="rId15"/>
    <p:sldId id="311" r:id="rId16"/>
    <p:sldId id="354" r:id="rId17"/>
    <p:sldId id="317" r:id="rId18"/>
    <p:sldId id="321" r:id="rId19"/>
    <p:sldId id="339" r:id="rId20"/>
    <p:sldId id="328" r:id="rId21"/>
    <p:sldId id="323" r:id="rId22"/>
    <p:sldId id="324" r:id="rId23"/>
    <p:sldId id="325" r:id="rId24"/>
    <p:sldId id="320" r:id="rId25"/>
    <p:sldId id="326" r:id="rId26"/>
    <p:sldId id="343" r:id="rId27"/>
    <p:sldId id="330" r:id="rId28"/>
    <p:sldId id="331" r:id="rId29"/>
    <p:sldId id="344" r:id="rId30"/>
    <p:sldId id="345" r:id="rId31"/>
    <p:sldId id="346" r:id="rId32"/>
    <p:sldId id="347" r:id="rId33"/>
    <p:sldId id="301" r:id="rId34"/>
    <p:sldId id="349" r:id="rId35"/>
    <p:sldId id="350" r:id="rId36"/>
    <p:sldId id="34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mar RG" initials="KR" lastIdx="1" clrIdx="0">
    <p:extLst>
      <p:ext uri="{19B8F6BF-5375-455C-9EA6-DF929625EA0E}">
        <p15:presenceInfo xmlns:p15="http://schemas.microsoft.com/office/powerpoint/2012/main" userId="Kumar R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059C08-A47E-4BDE-9869-6A0E75EAFA48}" v="45" dt="2026-01-09T06:41:17.9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p:cViewPr>
        <p:scale>
          <a:sx n="50" d="100"/>
          <a:sy n="50" d="100"/>
        </p:scale>
        <p:origin x="1786" y="6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dhar reddy Gopireddy venkata" userId="ad81e2792cbf9fb3" providerId="LiveId" clId="{A662DF57-2924-43FE-A50F-D8D7BB7ABCE1}"/>
    <pc:docChg chg="undo custSel addSld delSld modSld">
      <pc:chgData name="Mahidhar reddy Gopireddy venkata" userId="ad81e2792cbf9fb3" providerId="LiveId" clId="{A662DF57-2924-43FE-A50F-D8D7BB7ABCE1}" dt="2026-01-09T06:41:17.910" v="1031" actId="14826"/>
      <pc:docMkLst>
        <pc:docMk/>
      </pc:docMkLst>
      <pc:sldChg chg="modSp mod">
        <pc:chgData name="Mahidhar reddy Gopireddy venkata" userId="ad81e2792cbf9fb3" providerId="LiveId" clId="{A662DF57-2924-43FE-A50F-D8D7BB7ABCE1}" dt="2026-01-09T06:06:52.008" v="777" actId="14100"/>
        <pc:sldMkLst>
          <pc:docMk/>
          <pc:sldMk cId="0" sldId="290"/>
        </pc:sldMkLst>
        <pc:spChg chg="mod">
          <ac:chgData name="Mahidhar reddy Gopireddy venkata" userId="ad81e2792cbf9fb3" providerId="LiveId" clId="{A662DF57-2924-43FE-A50F-D8D7BB7ABCE1}" dt="2026-01-09T06:06:52.008" v="777" actId="14100"/>
          <ac:spMkLst>
            <pc:docMk/>
            <pc:sldMk cId="0" sldId="290"/>
            <ac:spMk id="5" creationId="{00000000-0000-0000-0000-000000000000}"/>
          </ac:spMkLst>
        </pc:spChg>
      </pc:sldChg>
      <pc:sldChg chg="modSp mod">
        <pc:chgData name="Mahidhar reddy Gopireddy venkata" userId="ad81e2792cbf9fb3" providerId="LiveId" clId="{A662DF57-2924-43FE-A50F-D8D7BB7ABCE1}" dt="2026-01-09T06:09:24.161" v="818" actId="14100"/>
        <pc:sldMkLst>
          <pc:docMk/>
          <pc:sldMk cId="0" sldId="292"/>
        </pc:sldMkLst>
        <pc:spChg chg="mod">
          <ac:chgData name="Mahidhar reddy Gopireddy venkata" userId="ad81e2792cbf9fb3" providerId="LiveId" clId="{A662DF57-2924-43FE-A50F-D8D7BB7ABCE1}" dt="2026-01-09T06:09:24.161" v="818" actId="14100"/>
          <ac:spMkLst>
            <pc:docMk/>
            <pc:sldMk cId="0" sldId="292"/>
            <ac:spMk id="5" creationId="{00000000-0000-0000-0000-000000000000}"/>
          </ac:spMkLst>
        </pc:spChg>
      </pc:sldChg>
      <pc:sldChg chg="modSp mod">
        <pc:chgData name="Mahidhar reddy Gopireddy venkata" userId="ad81e2792cbf9fb3" providerId="LiveId" clId="{A662DF57-2924-43FE-A50F-D8D7BB7ABCE1}" dt="2026-01-09T06:10:13.870" v="827" actId="9"/>
        <pc:sldMkLst>
          <pc:docMk/>
          <pc:sldMk cId="0" sldId="300"/>
        </pc:sldMkLst>
        <pc:spChg chg="mod">
          <ac:chgData name="Mahidhar reddy Gopireddy venkata" userId="ad81e2792cbf9fb3" providerId="LiveId" clId="{A662DF57-2924-43FE-A50F-D8D7BB7ABCE1}" dt="2026-01-09T06:10:13.870" v="827" actId="9"/>
          <ac:spMkLst>
            <pc:docMk/>
            <pc:sldMk cId="0" sldId="300"/>
            <ac:spMk id="5" creationId="{00000000-0000-0000-0000-000000000000}"/>
          </ac:spMkLst>
        </pc:spChg>
      </pc:sldChg>
      <pc:sldChg chg="modSp mod">
        <pc:chgData name="Mahidhar reddy Gopireddy venkata" userId="ad81e2792cbf9fb3" providerId="LiveId" clId="{A662DF57-2924-43FE-A50F-D8D7BB7ABCE1}" dt="2026-01-08T17:16:58.717" v="308" actId="5793"/>
        <pc:sldMkLst>
          <pc:docMk/>
          <pc:sldMk cId="361244681" sldId="301"/>
        </pc:sldMkLst>
        <pc:spChg chg="mod">
          <ac:chgData name="Mahidhar reddy Gopireddy venkata" userId="ad81e2792cbf9fb3" providerId="LiveId" clId="{A662DF57-2924-43FE-A50F-D8D7BB7ABCE1}" dt="2026-01-08T17:16:58.717" v="308" actId="5793"/>
          <ac:spMkLst>
            <pc:docMk/>
            <pc:sldMk cId="361244681" sldId="301"/>
            <ac:spMk id="5" creationId="{00000000-0000-0000-0000-000000000000}"/>
          </ac:spMkLst>
        </pc:spChg>
      </pc:sldChg>
      <pc:sldChg chg="modSp mod">
        <pc:chgData name="Mahidhar reddy Gopireddy venkata" userId="ad81e2792cbf9fb3" providerId="LiveId" clId="{A662DF57-2924-43FE-A50F-D8D7BB7ABCE1}" dt="2026-01-09T06:08:09.586" v="787" actId="20577"/>
        <pc:sldMkLst>
          <pc:docMk/>
          <pc:sldMk cId="0" sldId="310"/>
        </pc:sldMkLst>
        <pc:spChg chg="mod">
          <ac:chgData name="Mahidhar reddy Gopireddy venkata" userId="ad81e2792cbf9fb3" providerId="LiveId" clId="{A662DF57-2924-43FE-A50F-D8D7BB7ABCE1}" dt="2026-01-09T06:08:09.586" v="787" actId="20577"/>
          <ac:spMkLst>
            <pc:docMk/>
            <pc:sldMk cId="0" sldId="310"/>
            <ac:spMk id="5" creationId="{00000000-0000-0000-0000-000000000000}"/>
          </ac:spMkLst>
        </pc:spChg>
      </pc:sldChg>
      <pc:sldChg chg="modSp mod">
        <pc:chgData name="Mahidhar reddy Gopireddy venkata" userId="ad81e2792cbf9fb3" providerId="LiveId" clId="{A662DF57-2924-43FE-A50F-D8D7BB7ABCE1}" dt="2026-01-09T06:09:46.010" v="821" actId="20577"/>
        <pc:sldMkLst>
          <pc:docMk/>
          <pc:sldMk cId="2786663225" sldId="316"/>
        </pc:sldMkLst>
        <pc:spChg chg="mod">
          <ac:chgData name="Mahidhar reddy Gopireddy venkata" userId="ad81e2792cbf9fb3" providerId="LiveId" clId="{A662DF57-2924-43FE-A50F-D8D7BB7ABCE1}" dt="2026-01-09T06:09:46.010" v="821" actId="20577"/>
          <ac:spMkLst>
            <pc:docMk/>
            <pc:sldMk cId="2786663225" sldId="316"/>
            <ac:spMk id="5" creationId="{00000000-0000-0000-0000-000000000000}"/>
          </ac:spMkLst>
        </pc:spChg>
      </pc:sldChg>
      <pc:sldChg chg="modSp mod">
        <pc:chgData name="Mahidhar reddy Gopireddy venkata" userId="ad81e2792cbf9fb3" providerId="LiveId" clId="{A662DF57-2924-43FE-A50F-D8D7BB7ABCE1}" dt="2026-01-09T06:16:50.361" v="853" actId="2711"/>
        <pc:sldMkLst>
          <pc:docMk/>
          <pc:sldMk cId="500041578" sldId="317"/>
        </pc:sldMkLst>
        <pc:spChg chg="mod">
          <ac:chgData name="Mahidhar reddy Gopireddy venkata" userId="ad81e2792cbf9fb3" providerId="LiveId" clId="{A662DF57-2924-43FE-A50F-D8D7BB7ABCE1}" dt="2026-01-09T06:16:50.361" v="853" actId="2711"/>
          <ac:spMkLst>
            <pc:docMk/>
            <pc:sldMk cId="500041578" sldId="317"/>
            <ac:spMk id="5" creationId="{21846CAC-C846-F6AB-E38E-DD38E14FE778}"/>
          </ac:spMkLst>
        </pc:spChg>
      </pc:sldChg>
      <pc:sldChg chg="addSp delSp modSp mod">
        <pc:chgData name="Mahidhar reddy Gopireddy venkata" userId="ad81e2792cbf9fb3" providerId="LiveId" clId="{A662DF57-2924-43FE-A50F-D8D7BB7ABCE1}" dt="2026-01-09T06:36:43.183" v="967" actId="14100"/>
        <pc:sldMkLst>
          <pc:docMk/>
          <pc:sldMk cId="1008079261" sldId="320"/>
        </pc:sldMkLst>
        <pc:spChg chg="add del mod">
          <ac:chgData name="Mahidhar reddy Gopireddy venkata" userId="ad81e2792cbf9fb3" providerId="LiveId" clId="{A662DF57-2924-43FE-A50F-D8D7BB7ABCE1}" dt="2026-01-09T06:36:34.352" v="965" actId="22"/>
          <ac:spMkLst>
            <pc:docMk/>
            <pc:sldMk cId="1008079261" sldId="320"/>
            <ac:spMk id="3" creationId="{ABDB2ABF-66C1-AD31-5C8F-17847390969C}"/>
          </ac:spMkLst>
        </pc:spChg>
        <pc:spChg chg="mod">
          <ac:chgData name="Mahidhar reddy Gopireddy venkata" userId="ad81e2792cbf9fb3" providerId="LiveId" clId="{A662DF57-2924-43FE-A50F-D8D7BB7ABCE1}" dt="2026-01-09T06:36:31.866" v="964" actId="20577"/>
          <ac:spMkLst>
            <pc:docMk/>
            <pc:sldMk cId="1008079261" sldId="320"/>
            <ac:spMk id="4" creationId="{88FD1B82-8C77-9EF2-2151-4492924EEF08}"/>
          </ac:spMkLst>
        </pc:spChg>
        <pc:picChg chg="add mod ord">
          <ac:chgData name="Mahidhar reddy Gopireddy venkata" userId="ad81e2792cbf9fb3" providerId="LiveId" clId="{A662DF57-2924-43FE-A50F-D8D7BB7ABCE1}" dt="2026-01-09T06:36:43.183" v="967" actId="14100"/>
          <ac:picMkLst>
            <pc:docMk/>
            <pc:sldMk cId="1008079261" sldId="320"/>
            <ac:picMk id="6" creationId="{990103A5-BF18-8D99-06E9-8A1790F4C1BA}"/>
          </ac:picMkLst>
        </pc:picChg>
        <pc:picChg chg="del">
          <ac:chgData name="Mahidhar reddy Gopireddy venkata" userId="ad81e2792cbf9fb3" providerId="LiveId" clId="{A662DF57-2924-43FE-A50F-D8D7BB7ABCE1}" dt="2026-01-09T06:36:00.511" v="928" actId="478"/>
          <ac:picMkLst>
            <pc:docMk/>
            <pc:sldMk cId="1008079261" sldId="320"/>
            <ac:picMk id="9" creationId="{F1B74239-6680-53D8-71E9-62551C950B91}"/>
          </ac:picMkLst>
        </pc:picChg>
      </pc:sldChg>
      <pc:sldChg chg="modSp mod">
        <pc:chgData name="Mahidhar reddy Gopireddy venkata" userId="ad81e2792cbf9fb3" providerId="LiveId" clId="{A662DF57-2924-43FE-A50F-D8D7BB7ABCE1}" dt="2026-01-09T06:16:42.469" v="852" actId="2711"/>
        <pc:sldMkLst>
          <pc:docMk/>
          <pc:sldMk cId="1273567629" sldId="321"/>
        </pc:sldMkLst>
        <pc:spChg chg="mod">
          <ac:chgData name="Mahidhar reddy Gopireddy venkata" userId="ad81e2792cbf9fb3" providerId="LiveId" clId="{A662DF57-2924-43FE-A50F-D8D7BB7ABCE1}" dt="2026-01-09T06:16:42.469" v="852" actId="2711"/>
          <ac:spMkLst>
            <pc:docMk/>
            <pc:sldMk cId="1273567629" sldId="321"/>
            <ac:spMk id="5" creationId="{C30336C4-9AB8-5CC9-CC37-58387C2AEFBD}"/>
          </ac:spMkLst>
        </pc:spChg>
      </pc:sldChg>
      <pc:sldChg chg="addSp delSp modSp mod">
        <pc:chgData name="Mahidhar reddy Gopireddy venkata" userId="ad81e2792cbf9fb3" providerId="LiveId" clId="{A662DF57-2924-43FE-A50F-D8D7BB7ABCE1}" dt="2026-01-09T06:34:02.579" v="886" actId="22"/>
        <pc:sldMkLst>
          <pc:docMk/>
          <pc:sldMk cId="790786806" sldId="323"/>
        </pc:sldMkLst>
        <pc:spChg chg="add del mod">
          <ac:chgData name="Mahidhar reddy Gopireddy venkata" userId="ad81e2792cbf9fb3" providerId="LiveId" clId="{A662DF57-2924-43FE-A50F-D8D7BB7ABCE1}" dt="2026-01-09T06:34:02.579" v="886" actId="22"/>
          <ac:spMkLst>
            <pc:docMk/>
            <pc:sldMk cId="790786806" sldId="323"/>
            <ac:spMk id="3" creationId="{F85D774B-693C-EC9A-AA83-8A281E5F042A}"/>
          </ac:spMkLst>
        </pc:spChg>
        <pc:spChg chg="mod">
          <ac:chgData name="Mahidhar reddy Gopireddy venkata" userId="ad81e2792cbf9fb3" providerId="LiveId" clId="{A662DF57-2924-43FE-A50F-D8D7BB7ABCE1}" dt="2026-01-09T06:33:59.869" v="885" actId="20577"/>
          <ac:spMkLst>
            <pc:docMk/>
            <pc:sldMk cId="790786806" sldId="323"/>
            <ac:spMk id="4" creationId="{4A356DE7-4ADD-7C60-CC0A-FC7B6A79B04F}"/>
          </ac:spMkLst>
        </pc:spChg>
        <pc:picChg chg="del">
          <ac:chgData name="Mahidhar reddy Gopireddy venkata" userId="ad81e2792cbf9fb3" providerId="LiveId" clId="{A662DF57-2924-43FE-A50F-D8D7BB7ABCE1}" dt="2026-01-09T06:33:53.089" v="864" actId="478"/>
          <ac:picMkLst>
            <pc:docMk/>
            <pc:sldMk cId="790786806" sldId="323"/>
            <ac:picMk id="6" creationId="{420D92FD-A65A-6CD8-C4FB-6B9274D6B017}"/>
          </ac:picMkLst>
        </pc:picChg>
        <pc:picChg chg="add mod ord">
          <ac:chgData name="Mahidhar reddy Gopireddy venkata" userId="ad81e2792cbf9fb3" providerId="LiveId" clId="{A662DF57-2924-43FE-A50F-D8D7BB7ABCE1}" dt="2026-01-09T06:34:02.579" v="886" actId="22"/>
          <ac:picMkLst>
            <pc:docMk/>
            <pc:sldMk cId="790786806" sldId="323"/>
            <ac:picMk id="7" creationId="{DF580C3E-04CD-2D11-C287-9B8DD8E0C87A}"/>
          </ac:picMkLst>
        </pc:picChg>
      </pc:sldChg>
      <pc:sldChg chg="addSp delSp modSp mod">
        <pc:chgData name="Mahidhar reddy Gopireddy venkata" userId="ad81e2792cbf9fb3" providerId="LiveId" clId="{A662DF57-2924-43FE-A50F-D8D7BB7ABCE1}" dt="2026-01-09T06:35:16.808" v="924" actId="14100"/>
        <pc:sldMkLst>
          <pc:docMk/>
          <pc:sldMk cId="2675862668" sldId="324"/>
        </pc:sldMkLst>
        <pc:spChg chg="add mod">
          <ac:chgData name="Mahidhar reddy Gopireddy venkata" userId="ad81e2792cbf9fb3" providerId="LiveId" clId="{A662DF57-2924-43FE-A50F-D8D7BB7ABCE1}" dt="2026-01-09T06:34:43.167" v="887" actId="478"/>
          <ac:spMkLst>
            <pc:docMk/>
            <pc:sldMk cId="2675862668" sldId="324"/>
            <ac:spMk id="3" creationId="{D154C817-51F6-9AEE-1B53-2EBAEDB96DB3}"/>
          </ac:spMkLst>
        </pc:spChg>
        <pc:spChg chg="mod">
          <ac:chgData name="Mahidhar reddy Gopireddy venkata" userId="ad81e2792cbf9fb3" providerId="LiveId" clId="{A662DF57-2924-43FE-A50F-D8D7BB7ABCE1}" dt="2026-01-09T06:34:58.075" v="921" actId="20577"/>
          <ac:spMkLst>
            <pc:docMk/>
            <pc:sldMk cId="2675862668" sldId="324"/>
            <ac:spMk id="4" creationId="{EE9DB0A9-7182-D836-6B1A-129C2EC8D00A}"/>
          </ac:spMkLst>
        </pc:spChg>
        <pc:picChg chg="del">
          <ac:chgData name="Mahidhar reddy Gopireddy venkata" userId="ad81e2792cbf9fb3" providerId="LiveId" clId="{A662DF57-2924-43FE-A50F-D8D7BB7ABCE1}" dt="2026-01-09T06:34:43.167" v="887" actId="478"/>
          <ac:picMkLst>
            <pc:docMk/>
            <pc:sldMk cId="2675862668" sldId="324"/>
            <ac:picMk id="5" creationId="{DD966C2A-B506-FB52-6B04-278DE84C544D}"/>
          </ac:picMkLst>
        </pc:picChg>
        <pc:picChg chg="add mod">
          <ac:chgData name="Mahidhar reddy Gopireddy venkata" userId="ad81e2792cbf9fb3" providerId="LiveId" clId="{A662DF57-2924-43FE-A50F-D8D7BB7ABCE1}" dt="2026-01-09T06:35:16.808" v="924" actId="14100"/>
          <ac:picMkLst>
            <pc:docMk/>
            <pc:sldMk cId="2675862668" sldId="324"/>
            <ac:picMk id="7" creationId="{957A058B-E4E2-5A31-17BD-99773A3F9DA9}"/>
          </ac:picMkLst>
        </pc:picChg>
      </pc:sldChg>
      <pc:sldChg chg="addSp delSp modSp mod">
        <pc:chgData name="Mahidhar reddy Gopireddy venkata" userId="ad81e2792cbf9fb3" providerId="LiveId" clId="{A662DF57-2924-43FE-A50F-D8D7BB7ABCE1}" dt="2026-01-09T06:35:54.301" v="927" actId="14100"/>
        <pc:sldMkLst>
          <pc:docMk/>
          <pc:sldMk cId="875359374" sldId="325"/>
        </pc:sldMkLst>
        <pc:grpChg chg="del">
          <ac:chgData name="Mahidhar reddy Gopireddy venkata" userId="ad81e2792cbf9fb3" providerId="LiveId" clId="{A662DF57-2924-43FE-A50F-D8D7BB7ABCE1}" dt="2026-01-09T06:35:23.672" v="925" actId="478"/>
          <ac:grpSpMkLst>
            <pc:docMk/>
            <pc:sldMk cId="875359374" sldId="325"/>
            <ac:grpSpMk id="5" creationId="{D366A9E9-077A-7C21-57C5-550552CFB9BE}"/>
          </ac:grpSpMkLst>
        </pc:grpChg>
        <pc:picChg chg="add mod">
          <ac:chgData name="Mahidhar reddy Gopireddy venkata" userId="ad81e2792cbf9fb3" providerId="LiveId" clId="{A662DF57-2924-43FE-A50F-D8D7BB7ABCE1}" dt="2026-01-09T06:35:54.301" v="927" actId="14100"/>
          <ac:picMkLst>
            <pc:docMk/>
            <pc:sldMk cId="875359374" sldId="325"/>
            <ac:picMk id="89" creationId="{2E5C8AFC-B714-C2EB-59E3-A0B73AD00582}"/>
          </ac:picMkLst>
        </pc:picChg>
      </pc:sldChg>
      <pc:sldChg chg="addSp delSp modSp mod">
        <pc:chgData name="Mahidhar reddy Gopireddy venkata" userId="ad81e2792cbf9fb3" providerId="LiveId" clId="{A662DF57-2924-43FE-A50F-D8D7BB7ABCE1}" dt="2026-01-09T06:37:18.617" v="971" actId="14100"/>
        <pc:sldMkLst>
          <pc:docMk/>
          <pc:sldMk cId="338024421" sldId="326"/>
        </pc:sldMkLst>
        <pc:picChg chg="del">
          <ac:chgData name="Mahidhar reddy Gopireddy venkata" userId="ad81e2792cbf9fb3" providerId="LiveId" clId="{A662DF57-2924-43FE-A50F-D8D7BB7ABCE1}" dt="2026-01-09T06:37:06.973" v="968" actId="478"/>
          <ac:picMkLst>
            <pc:docMk/>
            <pc:sldMk cId="338024421" sldId="326"/>
            <ac:picMk id="2" creationId="{A627DAE1-9253-A115-BB60-85EC707EE9AB}"/>
          </ac:picMkLst>
        </pc:picChg>
        <pc:picChg chg="add mod">
          <ac:chgData name="Mahidhar reddy Gopireddy venkata" userId="ad81e2792cbf9fb3" providerId="LiveId" clId="{A662DF57-2924-43FE-A50F-D8D7BB7ABCE1}" dt="2026-01-09T06:37:18.617" v="971" actId="14100"/>
          <ac:picMkLst>
            <pc:docMk/>
            <pc:sldMk cId="338024421" sldId="326"/>
            <ac:picMk id="5" creationId="{EF74D99A-7EC1-EA77-421D-19B28065712C}"/>
          </ac:picMkLst>
        </pc:picChg>
      </pc:sldChg>
      <pc:sldChg chg="addSp delSp modSp mod">
        <pc:chgData name="Mahidhar reddy Gopireddy venkata" userId="ad81e2792cbf9fb3" providerId="LiveId" clId="{A662DF57-2924-43FE-A50F-D8D7BB7ABCE1}" dt="2026-01-09T06:26:03.205" v="863" actId="14100"/>
        <pc:sldMkLst>
          <pc:docMk/>
          <pc:sldMk cId="2009159013" sldId="328"/>
        </pc:sldMkLst>
        <pc:spChg chg="add del">
          <ac:chgData name="Mahidhar reddy Gopireddy venkata" userId="ad81e2792cbf9fb3" providerId="LiveId" clId="{A662DF57-2924-43FE-A50F-D8D7BB7ABCE1}" dt="2026-01-09T06:25:45.496" v="861" actId="22"/>
          <ac:spMkLst>
            <pc:docMk/>
            <pc:sldMk cId="2009159013" sldId="328"/>
            <ac:spMk id="6" creationId="{68E20E6C-79BE-4DD6-585C-8E98E4E31537}"/>
          </ac:spMkLst>
        </pc:spChg>
        <pc:picChg chg="del">
          <ac:chgData name="Mahidhar reddy Gopireddy venkata" userId="ad81e2792cbf9fb3" providerId="LiveId" clId="{A662DF57-2924-43FE-A50F-D8D7BB7ABCE1}" dt="2026-01-09T06:25:41.109" v="859" actId="478"/>
          <ac:picMkLst>
            <pc:docMk/>
            <pc:sldMk cId="2009159013" sldId="328"/>
            <ac:picMk id="3" creationId="{339E2939-D565-2637-D9EB-9397465F5E52}"/>
          </ac:picMkLst>
        </pc:picChg>
        <pc:picChg chg="add mod">
          <ac:chgData name="Mahidhar reddy Gopireddy venkata" userId="ad81e2792cbf9fb3" providerId="LiveId" clId="{A662DF57-2924-43FE-A50F-D8D7BB7ABCE1}" dt="2026-01-09T06:26:03.205" v="863" actId="14100"/>
          <ac:picMkLst>
            <pc:docMk/>
            <pc:sldMk cId="2009159013" sldId="328"/>
            <ac:picMk id="7" creationId="{4D91DBF4-B98F-681B-5667-7B8B9AC02D54}"/>
          </ac:picMkLst>
        </pc:picChg>
      </pc:sldChg>
      <pc:sldChg chg="addSp delSp modSp mod">
        <pc:chgData name="Mahidhar reddy Gopireddy venkata" userId="ad81e2792cbf9fb3" providerId="LiveId" clId="{A662DF57-2924-43FE-A50F-D8D7BB7ABCE1}" dt="2026-01-09T06:39:40.359" v="1027" actId="14100"/>
        <pc:sldMkLst>
          <pc:docMk/>
          <pc:sldMk cId="371237504" sldId="330"/>
        </pc:sldMkLst>
        <pc:spChg chg="add">
          <ac:chgData name="Mahidhar reddy Gopireddy venkata" userId="ad81e2792cbf9fb3" providerId="LiveId" clId="{A662DF57-2924-43FE-A50F-D8D7BB7ABCE1}" dt="2026-01-08T17:05:10.376" v="158"/>
          <ac:spMkLst>
            <pc:docMk/>
            <pc:sldMk cId="371237504" sldId="330"/>
            <ac:spMk id="3" creationId="{A8549264-FD9B-0107-89DA-5E85109FB8D5}"/>
          </ac:spMkLst>
        </pc:spChg>
        <pc:spChg chg="mod">
          <ac:chgData name="Mahidhar reddy Gopireddy venkata" userId="ad81e2792cbf9fb3" providerId="LiveId" clId="{A662DF57-2924-43FE-A50F-D8D7BB7ABCE1}" dt="2026-01-09T03:54:35.861" v="451" actId="20577"/>
          <ac:spMkLst>
            <pc:docMk/>
            <pc:sldMk cId="371237504" sldId="330"/>
            <ac:spMk id="4" creationId="{B1521704-0CC6-0673-0E74-37D2CD4EA562}"/>
          </ac:spMkLst>
        </pc:spChg>
        <pc:picChg chg="add del mod">
          <ac:chgData name="Mahidhar reddy Gopireddy venkata" userId="ad81e2792cbf9fb3" providerId="LiveId" clId="{A662DF57-2924-43FE-A50F-D8D7BB7ABCE1}" dt="2026-01-09T06:39:40.359" v="1027" actId="14100"/>
          <ac:picMkLst>
            <pc:docMk/>
            <pc:sldMk cId="371237504" sldId="330"/>
            <ac:picMk id="2" creationId="{68B2534C-3F67-A1A9-92CB-F75CEBB7C27A}"/>
          </ac:picMkLst>
        </pc:picChg>
      </pc:sldChg>
      <pc:sldChg chg="modSp mod">
        <pc:chgData name="Mahidhar reddy Gopireddy venkata" userId="ad81e2792cbf9fb3" providerId="LiveId" clId="{A662DF57-2924-43FE-A50F-D8D7BB7ABCE1}" dt="2026-01-09T06:40:56.967" v="1030" actId="14826"/>
        <pc:sldMkLst>
          <pc:docMk/>
          <pc:sldMk cId="1858739964" sldId="331"/>
        </pc:sldMkLst>
        <pc:spChg chg="mod">
          <ac:chgData name="Mahidhar reddy Gopireddy venkata" userId="ad81e2792cbf9fb3" providerId="LiveId" clId="{A662DF57-2924-43FE-A50F-D8D7BB7ABCE1}" dt="2026-01-09T03:54:49.916" v="458" actId="20577"/>
          <ac:spMkLst>
            <pc:docMk/>
            <pc:sldMk cId="1858739964" sldId="331"/>
            <ac:spMk id="4" creationId="{B0340053-8552-4782-D49C-91D430A95CE5}"/>
          </ac:spMkLst>
        </pc:spChg>
        <pc:picChg chg="mod">
          <ac:chgData name="Mahidhar reddy Gopireddy venkata" userId="ad81e2792cbf9fb3" providerId="LiveId" clId="{A662DF57-2924-43FE-A50F-D8D7BB7ABCE1}" dt="2026-01-09T06:40:56.967" v="1030" actId="14826"/>
          <ac:picMkLst>
            <pc:docMk/>
            <pc:sldMk cId="1858739964" sldId="331"/>
            <ac:picMk id="3" creationId="{4127846C-C914-1EA0-5ED7-A59FFAA4B54D}"/>
          </ac:picMkLst>
        </pc:picChg>
      </pc:sldChg>
      <pc:sldChg chg="modSp mod">
        <pc:chgData name="Mahidhar reddy Gopireddy venkata" userId="ad81e2792cbf9fb3" providerId="LiveId" clId="{A662DF57-2924-43FE-A50F-D8D7BB7ABCE1}" dt="2026-01-09T05:36:53.450" v="580" actId="20577"/>
        <pc:sldMkLst>
          <pc:docMk/>
          <pc:sldMk cId="3911541417" sldId="332"/>
        </pc:sldMkLst>
        <pc:spChg chg="mod">
          <ac:chgData name="Mahidhar reddy Gopireddy venkata" userId="ad81e2792cbf9fb3" providerId="LiveId" clId="{A662DF57-2924-43FE-A50F-D8D7BB7ABCE1}" dt="2026-01-09T05:36:53.450" v="580" actId="20577"/>
          <ac:spMkLst>
            <pc:docMk/>
            <pc:sldMk cId="3911541417" sldId="332"/>
            <ac:spMk id="16" creationId="{00000000-0000-0000-0000-000000000000}"/>
          </ac:spMkLst>
        </pc:spChg>
      </pc:sldChg>
      <pc:sldChg chg="modSp mod">
        <pc:chgData name="Mahidhar reddy Gopireddy venkata" userId="ad81e2792cbf9fb3" providerId="LiveId" clId="{A662DF57-2924-43FE-A50F-D8D7BB7ABCE1}" dt="2026-01-09T05:37:07.190" v="581" actId="20577"/>
        <pc:sldMkLst>
          <pc:docMk/>
          <pc:sldMk cId="1177986197" sldId="333"/>
        </pc:sldMkLst>
        <pc:spChg chg="mod">
          <ac:chgData name="Mahidhar reddy Gopireddy venkata" userId="ad81e2792cbf9fb3" providerId="LiveId" clId="{A662DF57-2924-43FE-A50F-D8D7BB7ABCE1}" dt="2026-01-09T05:37:07.190" v="581" actId="20577"/>
          <ac:spMkLst>
            <pc:docMk/>
            <pc:sldMk cId="1177986197" sldId="333"/>
            <ac:spMk id="4" creationId="{00000000-0000-0000-0000-000000000000}"/>
          </ac:spMkLst>
        </pc:spChg>
      </pc:sldChg>
      <pc:sldChg chg="modSp mod">
        <pc:chgData name="Mahidhar reddy Gopireddy venkata" userId="ad81e2792cbf9fb3" providerId="LiveId" clId="{A662DF57-2924-43FE-A50F-D8D7BB7ABCE1}" dt="2026-01-09T06:07:54.870" v="786" actId="255"/>
        <pc:sldMkLst>
          <pc:docMk/>
          <pc:sldMk cId="82365645" sldId="334"/>
        </pc:sldMkLst>
        <pc:spChg chg="mod">
          <ac:chgData name="Mahidhar reddy Gopireddy venkata" userId="ad81e2792cbf9fb3" providerId="LiveId" clId="{A662DF57-2924-43FE-A50F-D8D7BB7ABCE1}" dt="2026-01-09T06:07:54.870" v="786" actId="255"/>
          <ac:spMkLst>
            <pc:docMk/>
            <pc:sldMk cId="82365645" sldId="334"/>
            <ac:spMk id="3" creationId="{00000000-0000-0000-0000-000000000000}"/>
          </ac:spMkLst>
        </pc:spChg>
      </pc:sldChg>
      <pc:sldChg chg="modSp mod">
        <pc:chgData name="Mahidhar reddy Gopireddy venkata" userId="ad81e2792cbf9fb3" providerId="LiveId" clId="{A662DF57-2924-43FE-A50F-D8D7BB7ABCE1}" dt="2026-01-09T06:07:46.576" v="785" actId="255"/>
        <pc:sldMkLst>
          <pc:docMk/>
          <pc:sldMk cId="1396809648" sldId="335"/>
        </pc:sldMkLst>
        <pc:spChg chg="mod">
          <ac:chgData name="Mahidhar reddy Gopireddy venkata" userId="ad81e2792cbf9fb3" providerId="LiveId" clId="{A662DF57-2924-43FE-A50F-D8D7BB7ABCE1}" dt="2026-01-09T06:07:46.576" v="785" actId="255"/>
          <ac:spMkLst>
            <pc:docMk/>
            <pc:sldMk cId="1396809648" sldId="335"/>
            <ac:spMk id="3" creationId="{00000000-0000-0000-0000-000000000000}"/>
          </ac:spMkLst>
        </pc:spChg>
      </pc:sldChg>
      <pc:sldChg chg="add del">
        <pc:chgData name="Mahidhar reddy Gopireddy venkata" userId="ad81e2792cbf9fb3" providerId="LiveId" clId="{A662DF57-2924-43FE-A50F-D8D7BB7ABCE1}" dt="2026-01-09T05:47:11.519" v="651" actId="2696"/>
        <pc:sldMkLst>
          <pc:docMk/>
          <pc:sldMk cId="1175589615" sldId="336"/>
        </pc:sldMkLst>
      </pc:sldChg>
      <pc:sldChg chg="addSp delSp modSp del mod">
        <pc:chgData name="Mahidhar reddy Gopireddy venkata" userId="ad81e2792cbf9fb3" providerId="LiveId" clId="{A662DF57-2924-43FE-A50F-D8D7BB7ABCE1}" dt="2026-01-09T05:44:06.888" v="597" actId="2696"/>
        <pc:sldMkLst>
          <pc:docMk/>
          <pc:sldMk cId="1763037903" sldId="336"/>
        </pc:sldMkLst>
        <pc:spChg chg="del">
          <ac:chgData name="Mahidhar reddy Gopireddy venkata" userId="ad81e2792cbf9fb3" providerId="LiveId" clId="{A662DF57-2924-43FE-A50F-D8D7BB7ABCE1}" dt="2026-01-09T05:42:35.108" v="590"/>
          <ac:spMkLst>
            <pc:docMk/>
            <pc:sldMk cId="1763037903" sldId="336"/>
            <ac:spMk id="5" creationId="{0D90FD1C-076E-A87F-CFD0-0512DE64B701}"/>
          </ac:spMkLst>
        </pc:spChg>
        <pc:graphicFrameChg chg="add mod modGraphic">
          <ac:chgData name="Mahidhar reddy Gopireddy venkata" userId="ad81e2792cbf9fb3" providerId="LiveId" clId="{A662DF57-2924-43FE-A50F-D8D7BB7ABCE1}" dt="2026-01-09T05:43:55.607" v="596" actId="2164"/>
          <ac:graphicFrameMkLst>
            <pc:docMk/>
            <pc:sldMk cId="1763037903" sldId="336"/>
            <ac:graphicFrameMk id="3" creationId="{65ADD817-FD2D-FB2E-C0BB-A16959AB0EA0}"/>
          </ac:graphicFrameMkLst>
        </pc:graphicFrameChg>
        <pc:picChg chg="del ord">
          <ac:chgData name="Mahidhar reddy Gopireddy venkata" userId="ad81e2792cbf9fb3" providerId="LiveId" clId="{A662DF57-2924-43FE-A50F-D8D7BB7ABCE1}" dt="2026-01-09T05:37:48.296" v="583" actId="21"/>
          <ac:picMkLst>
            <pc:docMk/>
            <pc:sldMk cId="1763037903" sldId="336"/>
            <ac:picMk id="7" creationId="{35635C1C-D9C2-CDEA-6228-079D275E109C}"/>
          </ac:picMkLst>
        </pc:picChg>
      </pc:sldChg>
      <pc:sldChg chg="add del">
        <pc:chgData name="Mahidhar reddy Gopireddy venkata" userId="ad81e2792cbf9fb3" providerId="LiveId" clId="{A662DF57-2924-43FE-A50F-D8D7BB7ABCE1}" dt="2026-01-09T05:48:45.876" v="685" actId="2696"/>
        <pc:sldMkLst>
          <pc:docMk/>
          <pc:sldMk cId="2567332478" sldId="336"/>
        </pc:sldMkLst>
      </pc:sldChg>
      <pc:sldChg chg="del">
        <pc:chgData name="Mahidhar reddy Gopireddy venkata" userId="ad81e2792cbf9fb3" providerId="LiveId" clId="{A662DF57-2924-43FE-A50F-D8D7BB7ABCE1}" dt="2026-01-09T03:53:12.331" v="441" actId="2696"/>
        <pc:sldMkLst>
          <pc:docMk/>
          <pc:sldMk cId="3460699405" sldId="337"/>
        </pc:sldMkLst>
      </pc:sldChg>
      <pc:sldChg chg="modSp mod">
        <pc:chgData name="Mahidhar reddy Gopireddy venkata" userId="ad81e2792cbf9fb3" providerId="LiveId" clId="{A662DF57-2924-43FE-A50F-D8D7BB7ABCE1}" dt="2026-01-09T06:07:27.537" v="783" actId="255"/>
        <pc:sldMkLst>
          <pc:docMk/>
          <pc:sldMk cId="1289792025" sldId="338"/>
        </pc:sldMkLst>
        <pc:spChg chg="mod">
          <ac:chgData name="Mahidhar reddy Gopireddy venkata" userId="ad81e2792cbf9fb3" providerId="LiveId" clId="{A662DF57-2924-43FE-A50F-D8D7BB7ABCE1}" dt="2026-01-09T06:07:27.537" v="783" actId="255"/>
          <ac:spMkLst>
            <pc:docMk/>
            <pc:sldMk cId="1289792025" sldId="338"/>
            <ac:spMk id="5" creationId="{B39AC38D-C646-D583-30A3-8712CB235BC1}"/>
          </ac:spMkLst>
        </pc:spChg>
      </pc:sldChg>
      <pc:sldChg chg="modSp mod">
        <pc:chgData name="Mahidhar reddy Gopireddy venkata" userId="ad81e2792cbf9fb3" providerId="LiveId" clId="{A662DF57-2924-43FE-A50F-D8D7BB7ABCE1}" dt="2026-01-09T06:18:40.487" v="858" actId="113"/>
        <pc:sldMkLst>
          <pc:docMk/>
          <pc:sldMk cId="3695353524" sldId="339"/>
        </pc:sldMkLst>
        <pc:spChg chg="mod">
          <ac:chgData name="Mahidhar reddy Gopireddy venkata" userId="ad81e2792cbf9fb3" providerId="LiveId" clId="{A662DF57-2924-43FE-A50F-D8D7BB7ABCE1}" dt="2026-01-09T06:18:40.487" v="858" actId="113"/>
          <ac:spMkLst>
            <pc:docMk/>
            <pc:sldMk cId="3695353524" sldId="339"/>
            <ac:spMk id="5" creationId="{5C488288-72C3-37BE-AD92-7ACB76BFC04C}"/>
          </ac:spMkLst>
        </pc:spChg>
      </pc:sldChg>
      <pc:sldChg chg="addSp delSp modSp mod">
        <pc:chgData name="Mahidhar reddy Gopireddy venkata" userId="ad81e2792cbf9fb3" providerId="LiveId" clId="{A662DF57-2924-43FE-A50F-D8D7BB7ABCE1}" dt="2026-01-09T06:38:53.170" v="1022" actId="20577"/>
        <pc:sldMkLst>
          <pc:docMk/>
          <pc:sldMk cId="3784506828" sldId="343"/>
        </pc:sldMkLst>
        <pc:spChg chg="mod">
          <ac:chgData name="Mahidhar reddy Gopireddy venkata" userId="ad81e2792cbf9fb3" providerId="LiveId" clId="{A662DF57-2924-43FE-A50F-D8D7BB7ABCE1}" dt="2026-01-09T04:32:55.444" v="518" actId="255"/>
          <ac:spMkLst>
            <pc:docMk/>
            <pc:sldMk cId="3784506828" sldId="343"/>
            <ac:spMk id="2" creationId="{00000000-0000-0000-0000-000000000000}"/>
          </ac:spMkLst>
        </pc:spChg>
        <pc:spChg chg="add mod">
          <ac:chgData name="Mahidhar reddy Gopireddy venkata" userId="ad81e2792cbf9fb3" providerId="LiveId" clId="{A662DF57-2924-43FE-A50F-D8D7BB7ABCE1}" dt="2026-01-08T17:01:48.145" v="2"/>
          <ac:spMkLst>
            <pc:docMk/>
            <pc:sldMk cId="3784506828" sldId="343"/>
            <ac:spMk id="3" creationId="{D0D4DFC3-BEF7-7927-D947-69E99213D9B9}"/>
          </ac:spMkLst>
        </pc:spChg>
        <pc:spChg chg="add mod">
          <ac:chgData name="Mahidhar reddy Gopireddy venkata" userId="ad81e2792cbf9fb3" providerId="LiveId" clId="{A662DF57-2924-43FE-A50F-D8D7BB7ABCE1}" dt="2026-01-08T17:01:53.616" v="6"/>
          <ac:spMkLst>
            <pc:docMk/>
            <pc:sldMk cId="3784506828" sldId="343"/>
            <ac:spMk id="4" creationId="{30825D0B-3BC1-E319-B461-68D6658CFA2F}"/>
          </ac:spMkLst>
        </pc:spChg>
        <pc:spChg chg="add del mod">
          <ac:chgData name="Mahidhar reddy Gopireddy venkata" userId="ad81e2792cbf9fb3" providerId="LiveId" clId="{A662DF57-2924-43FE-A50F-D8D7BB7ABCE1}" dt="2026-01-08T17:02:13.923" v="12"/>
          <ac:spMkLst>
            <pc:docMk/>
            <pc:sldMk cId="3784506828" sldId="343"/>
            <ac:spMk id="5" creationId="{6FE774F6-DDDE-73B5-3517-5B33F06366B1}"/>
          </ac:spMkLst>
        </pc:spChg>
        <pc:spChg chg="add">
          <ac:chgData name="Mahidhar reddy Gopireddy venkata" userId="ad81e2792cbf9fb3" providerId="LiveId" clId="{A662DF57-2924-43FE-A50F-D8D7BB7ABCE1}" dt="2026-01-08T17:02:06.571" v="9"/>
          <ac:spMkLst>
            <pc:docMk/>
            <pc:sldMk cId="3784506828" sldId="343"/>
            <ac:spMk id="6" creationId="{FEC13D37-F4E2-7B42-B241-4C2CB393C3C1}"/>
          </ac:spMkLst>
        </pc:spChg>
        <pc:spChg chg="add mod">
          <ac:chgData name="Mahidhar reddy Gopireddy venkata" userId="ad81e2792cbf9fb3" providerId="LiveId" clId="{A662DF57-2924-43FE-A50F-D8D7BB7ABCE1}" dt="2026-01-09T06:38:53.170" v="1022" actId="20577"/>
          <ac:spMkLst>
            <pc:docMk/>
            <pc:sldMk cId="3784506828" sldId="343"/>
            <ac:spMk id="7" creationId="{5C27ED06-CEC7-6D05-8275-B16CB2C13AD1}"/>
          </ac:spMkLst>
        </pc:spChg>
      </pc:sldChg>
      <pc:sldChg chg="modSp mod">
        <pc:chgData name="Mahidhar reddy Gopireddy venkata" userId="ad81e2792cbf9fb3" providerId="LiveId" clId="{A662DF57-2924-43FE-A50F-D8D7BB7ABCE1}" dt="2026-01-09T06:41:17.910" v="1031" actId="14826"/>
        <pc:sldMkLst>
          <pc:docMk/>
          <pc:sldMk cId="1961847820" sldId="344"/>
        </pc:sldMkLst>
        <pc:spChg chg="mod">
          <ac:chgData name="Mahidhar reddy Gopireddy venkata" userId="ad81e2792cbf9fb3" providerId="LiveId" clId="{A662DF57-2924-43FE-A50F-D8D7BB7ABCE1}" dt="2026-01-09T03:55:00.136" v="465" actId="20577"/>
          <ac:spMkLst>
            <pc:docMk/>
            <pc:sldMk cId="1961847820" sldId="344"/>
            <ac:spMk id="4" creationId="{83586AA0-8794-5EAE-5E4C-A209FDC1CF85}"/>
          </ac:spMkLst>
        </pc:spChg>
        <pc:picChg chg="mod">
          <ac:chgData name="Mahidhar reddy Gopireddy venkata" userId="ad81e2792cbf9fb3" providerId="LiveId" clId="{A662DF57-2924-43FE-A50F-D8D7BB7ABCE1}" dt="2026-01-09T06:41:17.910" v="1031" actId="14826"/>
          <ac:picMkLst>
            <pc:docMk/>
            <pc:sldMk cId="1961847820" sldId="344"/>
            <ac:picMk id="2" creationId="{955C51AD-5730-5E84-E230-8549E6BC0DCE}"/>
          </ac:picMkLst>
        </pc:picChg>
      </pc:sldChg>
      <pc:sldChg chg="modSp mod">
        <pc:chgData name="Mahidhar reddy Gopireddy venkata" userId="ad81e2792cbf9fb3" providerId="LiveId" clId="{A662DF57-2924-43FE-A50F-D8D7BB7ABCE1}" dt="2026-01-09T03:55:09.577" v="472" actId="20577"/>
        <pc:sldMkLst>
          <pc:docMk/>
          <pc:sldMk cId="3210948210" sldId="345"/>
        </pc:sldMkLst>
        <pc:spChg chg="mod">
          <ac:chgData name="Mahidhar reddy Gopireddy venkata" userId="ad81e2792cbf9fb3" providerId="LiveId" clId="{A662DF57-2924-43FE-A50F-D8D7BB7ABCE1}" dt="2026-01-09T03:55:09.577" v="472" actId="20577"/>
          <ac:spMkLst>
            <pc:docMk/>
            <pc:sldMk cId="3210948210" sldId="345"/>
            <ac:spMk id="4" creationId="{FBBFEF89-554F-4514-6BDC-362C984B23E4}"/>
          </ac:spMkLst>
        </pc:spChg>
        <pc:picChg chg="mod">
          <ac:chgData name="Mahidhar reddy Gopireddy venkata" userId="ad81e2792cbf9fb3" providerId="LiveId" clId="{A662DF57-2924-43FE-A50F-D8D7BB7ABCE1}" dt="2026-01-09T03:54:01.201" v="444" actId="688"/>
          <ac:picMkLst>
            <pc:docMk/>
            <pc:sldMk cId="3210948210" sldId="345"/>
            <ac:picMk id="2" creationId="{961233B3-FECA-50F8-C62C-5FE21FF366B1}"/>
          </ac:picMkLst>
        </pc:picChg>
      </pc:sldChg>
      <pc:sldChg chg="modSp mod">
        <pc:chgData name="Mahidhar reddy Gopireddy venkata" userId="ad81e2792cbf9fb3" providerId="LiveId" clId="{A662DF57-2924-43FE-A50F-D8D7BB7ABCE1}" dt="2026-01-09T03:55:19.829" v="481" actId="20577"/>
        <pc:sldMkLst>
          <pc:docMk/>
          <pc:sldMk cId="4202343689" sldId="346"/>
        </pc:sldMkLst>
        <pc:spChg chg="mod">
          <ac:chgData name="Mahidhar reddy Gopireddy venkata" userId="ad81e2792cbf9fb3" providerId="LiveId" clId="{A662DF57-2924-43FE-A50F-D8D7BB7ABCE1}" dt="2026-01-09T03:55:19.829" v="481" actId="20577"/>
          <ac:spMkLst>
            <pc:docMk/>
            <pc:sldMk cId="4202343689" sldId="346"/>
            <ac:spMk id="4" creationId="{1E75E5DB-24A7-C3ED-07E8-F213B682D90B}"/>
          </ac:spMkLst>
        </pc:spChg>
        <pc:picChg chg="mod">
          <ac:chgData name="Mahidhar reddy Gopireddy venkata" userId="ad81e2792cbf9fb3" providerId="LiveId" clId="{A662DF57-2924-43FE-A50F-D8D7BB7ABCE1}" dt="2026-01-09T03:52:50.355" v="439" actId="14826"/>
          <ac:picMkLst>
            <pc:docMk/>
            <pc:sldMk cId="4202343689" sldId="346"/>
            <ac:picMk id="5" creationId="{B25E928C-A4FA-2A72-FB5A-1241878E83DE}"/>
          </ac:picMkLst>
        </pc:picChg>
      </pc:sldChg>
      <pc:sldChg chg="modSp mod">
        <pc:chgData name="Mahidhar reddy Gopireddy venkata" userId="ad81e2792cbf9fb3" providerId="LiveId" clId="{A662DF57-2924-43FE-A50F-D8D7BB7ABCE1}" dt="2026-01-09T03:55:29.690" v="488" actId="20577"/>
        <pc:sldMkLst>
          <pc:docMk/>
          <pc:sldMk cId="2710558149" sldId="347"/>
        </pc:sldMkLst>
        <pc:spChg chg="mod">
          <ac:chgData name="Mahidhar reddy Gopireddy venkata" userId="ad81e2792cbf9fb3" providerId="LiveId" clId="{A662DF57-2924-43FE-A50F-D8D7BB7ABCE1}" dt="2026-01-09T03:55:29.690" v="488" actId="20577"/>
          <ac:spMkLst>
            <pc:docMk/>
            <pc:sldMk cId="2710558149" sldId="347"/>
            <ac:spMk id="4" creationId="{F0483CF1-16D8-0246-21F9-EDC71EAD053F}"/>
          </ac:spMkLst>
        </pc:spChg>
        <pc:picChg chg="mod">
          <ac:chgData name="Mahidhar reddy Gopireddy venkata" userId="ad81e2792cbf9fb3" providerId="LiveId" clId="{A662DF57-2924-43FE-A50F-D8D7BB7ABCE1}" dt="2026-01-09T03:53:07.162" v="440" actId="14826"/>
          <ac:picMkLst>
            <pc:docMk/>
            <pc:sldMk cId="2710558149" sldId="347"/>
            <ac:picMk id="3" creationId="{1E8BE31A-233A-4179-B7CC-7A3EEE764CEB}"/>
          </ac:picMkLst>
        </pc:picChg>
      </pc:sldChg>
      <pc:sldChg chg="del">
        <pc:chgData name="Mahidhar reddy Gopireddy venkata" userId="ad81e2792cbf9fb3" providerId="LiveId" clId="{A662DF57-2924-43FE-A50F-D8D7BB7ABCE1}" dt="2026-01-09T03:53:15.832" v="442" actId="2696"/>
        <pc:sldMkLst>
          <pc:docMk/>
          <pc:sldMk cId="1609721779" sldId="348"/>
        </pc:sldMkLst>
      </pc:sldChg>
      <pc:sldChg chg="modSp mod">
        <pc:chgData name="Mahidhar reddy Gopireddy venkata" userId="ad81e2792cbf9fb3" providerId="LiveId" clId="{A662DF57-2924-43FE-A50F-D8D7BB7ABCE1}" dt="2026-01-09T04:32:33.318" v="517" actId="255"/>
        <pc:sldMkLst>
          <pc:docMk/>
          <pc:sldMk cId="2515925037" sldId="349"/>
        </pc:sldMkLst>
        <pc:spChg chg="mod">
          <ac:chgData name="Mahidhar reddy Gopireddy venkata" userId="ad81e2792cbf9fb3" providerId="LiveId" clId="{A662DF57-2924-43FE-A50F-D8D7BB7ABCE1}" dt="2026-01-09T04:32:33.318" v="517" actId="255"/>
          <ac:spMkLst>
            <pc:docMk/>
            <pc:sldMk cId="2515925037" sldId="349"/>
            <ac:spMk id="4" creationId="{872935A9-C1D6-F176-81DB-28727ED8E2C0}"/>
          </ac:spMkLst>
        </pc:spChg>
        <pc:spChg chg="mod">
          <ac:chgData name="Mahidhar reddy Gopireddy venkata" userId="ad81e2792cbf9fb3" providerId="LiveId" clId="{A662DF57-2924-43FE-A50F-D8D7BB7ABCE1}" dt="2026-01-08T17:15:31.095" v="266" actId="20577"/>
          <ac:spMkLst>
            <pc:docMk/>
            <pc:sldMk cId="2515925037" sldId="349"/>
            <ac:spMk id="5" creationId="{E1475FF5-711B-ADC9-8CDF-19FDA08D45BA}"/>
          </ac:spMkLst>
        </pc:spChg>
      </pc:sldChg>
      <pc:sldChg chg="modSp mod">
        <pc:chgData name="Mahidhar reddy Gopireddy venkata" userId="ad81e2792cbf9fb3" providerId="LiveId" clId="{A662DF57-2924-43FE-A50F-D8D7BB7ABCE1}" dt="2026-01-09T04:36:06.744" v="523" actId="2711"/>
        <pc:sldMkLst>
          <pc:docMk/>
          <pc:sldMk cId="2580881662" sldId="350"/>
        </pc:sldMkLst>
        <pc:spChg chg="mod">
          <ac:chgData name="Mahidhar reddy Gopireddy venkata" userId="ad81e2792cbf9fb3" providerId="LiveId" clId="{A662DF57-2924-43FE-A50F-D8D7BB7ABCE1}" dt="2026-01-09T04:32:24.320" v="516" actId="255"/>
          <ac:spMkLst>
            <pc:docMk/>
            <pc:sldMk cId="2580881662" sldId="350"/>
            <ac:spMk id="4" creationId="{00000000-0000-0000-0000-000000000000}"/>
          </ac:spMkLst>
        </pc:spChg>
        <pc:spChg chg="mod">
          <ac:chgData name="Mahidhar reddy Gopireddy venkata" userId="ad81e2792cbf9fb3" providerId="LiveId" clId="{A662DF57-2924-43FE-A50F-D8D7BB7ABCE1}" dt="2026-01-09T04:36:06.744" v="523" actId="2711"/>
          <ac:spMkLst>
            <pc:docMk/>
            <pc:sldMk cId="2580881662" sldId="350"/>
            <ac:spMk id="5" creationId="{00000000-0000-0000-0000-000000000000}"/>
          </ac:spMkLst>
        </pc:spChg>
      </pc:sldChg>
      <pc:sldChg chg="del">
        <pc:chgData name="Mahidhar reddy Gopireddy venkata" userId="ad81e2792cbf9fb3" providerId="LiveId" clId="{A662DF57-2924-43FE-A50F-D8D7BB7ABCE1}" dt="2026-01-08T17:13:37.539" v="232" actId="2696"/>
        <pc:sldMkLst>
          <pc:docMk/>
          <pc:sldMk cId="4198721716" sldId="351"/>
        </pc:sldMkLst>
      </pc:sldChg>
      <pc:sldChg chg="del">
        <pc:chgData name="Mahidhar reddy Gopireddy venkata" userId="ad81e2792cbf9fb3" providerId="LiveId" clId="{A662DF57-2924-43FE-A50F-D8D7BB7ABCE1}" dt="2026-01-08T17:13:44.039" v="233" actId="2696"/>
        <pc:sldMkLst>
          <pc:docMk/>
          <pc:sldMk cId="2243141984" sldId="352"/>
        </pc:sldMkLst>
      </pc:sldChg>
      <pc:sldChg chg="modSp mod">
        <pc:chgData name="Mahidhar reddy Gopireddy venkata" userId="ad81e2792cbf9fb3" providerId="LiveId" clId="{A662DF57-2924-43FE-A50F-D8D7BB7ABCE1}" dt="2026-01-09T06:11:23.984" v="831" actId="20577"/>
        <pc:sldMkLst>
          <pc:docMk/>
          <pc:sldMk cId="4226050055" sldId="353"/>
        </pc:sldMkLst>
        <pc:spChg chg="mod">
          <ac:chgData name="Mahidhar reddy Gopireddy venkata" userId="ad81e2792cbf9fb3" providerId="LiveId" clId="{A662DF57-2924-43FE-A50F-D8D7BB7ABCE1}" dt="2026-01-08T17:20:15.985" v="387" actId="5793"/>
          <ac:spMkLst>
            <pc:docMk/>
            <pc:sldMk cId="4226050055" sldId="353"/>
            <ac:spMk id="2" creationId="{834D5CCB-4CE1-EAC7-39A0-0F8054235B2C}"/>
          </ac:spMkLst>
        </pc:spChg>
        <pc:spChg chg="mod">
          <ac:chgData name="Mahidhar reddy Gopireddy venkata" userId="ad81e2792cbf9fb3" providerId="LiveId" clId="{A662DF57-2924-43FE-A50F-D8D7BB7ABCE1}" dt="2026-01-09T06:11:23.984" v="831" actId="20577"/>
          <ac:spMkLst>
            <pc:docMk/>
            <pc:sldMk cId="4226050055" sldId="353"/>
            <ac:spMk id="4" creationId="{198E2D17-33F5-170B-2CE4-F2BB1690D61E}"/>
          </ac:spMkLst>
        </pc:spChg>
      </pc:sldChg>
      <pc:sldChg chg="addSp modSp new mod">
        <pc:chgData name="Mahidhar reddy Gopireddy venkata" userId="ad81e2792cbf9fb3" providerId="LiveId" clId="{A662DF57-2924-43FE-A50F-D8D7BB7ABCE1}" dt="2026-01-09T06:11:09.240" v="829" actId="14100"/>
        <pc:sldMkLst>
          <pc:docMk/>
          <pc:sldMk cId="2445228077" sldId="355"/>
        </pc:sldMkLst>
        <pc:spChg chg="mod">
          <ac:chgData name="Mahidhar reddy Gopireddy venkata" userId="ad81e2792cbf9fb3" providerId="LiveId" clId="{A662DF57-2924-43FE-A50F-D8D7BB7ABCE1}" dt="2026-01-09T04:18:30.334" v="494" actId="2711"/>
          <ac:spMkLst>
            <pc:docMk/>
            <pc:sldMk cId="2445228077" sldId="355"/>
            <ac:spMk id="2" creationId="{E376A5FD-EA38-606F-C77D-52B58B90907A}"/>
          </ac:spMkLst>
        </pc:spChg>
        <pc:spChg chg="add mod">
          <ac:chgData name="Mahidhar reddy Gopireddy venkata" userId="ad81e2792cbf9fb3" providerId="LiveId" clId="{A662DF57-2924-43FE-A50F-D8D7BB7ABCE1}" dt="2026-01-09T06:11:09.240" v="829" actId="14100"/>
          <ac:spMkLst>
            <pc:docMk/>
            <pc:sldMk cId="2445228077" sldId="355"/>
            <ac:spMk id="4" creationId="{A5457AE3-CD13-26F3-DAC7-B794FB08C5A9}"/>
          </ac:spMkLst>
        </pc:spChg>
      </pc:sldChg>
      <pc:sldChg chg="addSp modSp new add del mod">
        <pc:chgData name="Mahidhar reddy Gopireddy venkata" userId="ad81e2792cbf9fb3" providerId="LiveId" clId="{A662DF57-2924-43FE-A50F-D8D7BB7ABCE1}" dt="2026-01-09T05:49:22.845" v="688" actId="2711"/>
        <pc:sldMkLst>
          <pc:docMk/>
          <pc:sldMk cId="3796792504" sldId="356"/>
        </pc:sldMkLst>
        <pc:spChg chg="mod">
          <ac:chgData name="Mahidhar reddy Gopireddy venkata" userId="ad81e2792cbf9fb3" providerId="LiveId" clId="{A662DF57-2924-43FE-A50F-D8D7BB7ABCE1}" dt="2026-01-09T05:49:22.845" v="688" actId="2711"/>
          <ac:spMkLst>
            <pc:docMk/>
            <pc:sldMk cId="3796792504" sldId="356"/>
            <ac:spMk id="2" creationId="{0E4D8EAF-4C0A-CF85-EB93-2319A4186D42}"/>
          </ac:spMkLst>
        </pc:spChg>
        <pc:graphicFrameChg chg="add mod modGraphic">
          <ac:chgData name="Mahidhar reddy Gopireddy venkata" userId="ad81e2792cbf9fb3" providerId="LiveId" clId="{A662DF57-2924-43FE-A50F-D8D7BB7ABCE1}" dt="2026-01-09T05:49:01.665" v="687" actId="255"/>
          <ac:graphicFrameMkLst>
            <pc:docMk/>
            <pc:sldMk cId="3796792504" sldId="356"/>
            <ac:graphicFrameMk id="3" creationId="{4A00EB0D-B620-5D4D-9B65-4A4A438DE776}"/>
          </ac:graphicFrameMkLst>
        </pc:graphicFrameChg>
      </pc:sldChg>
      <pc:sldChg chg="add del">
        <pc:chgData name="Mahidhar reddy Gopireddy venkata" userId="ad81e2792cbf9fb3" providerId="LiveId" clId="{A662DF57-2924-43FE-A50F-D8D7BB7ABCE1}" dt="2026-01-09T05:47:06.757" v="650" actId="2696"/>
        <pc:sldMkLst>
          <pc:docMk/>
          <pc:sldMk cId="2076679254" sldId="357"/>
        </pc:sldMkLst>
      </pc:sldChg>
      <pc:sldChg chg="addSp modSp new mod">
        <pc:chgData name="Mahidhar reddy Gopireddy venkata" userId="ad81e2792cbf9fb3" providerId="LiveId" clId="{A662DF57-2924-43FE-A50F-D8D7BB7ABCE1}" dt="2026-01-09T05:49:33.710" v="689" actId="2711"/>
        <pc:sldMkLst>
          <pc:docMk/>
          <pc:sldMk cId="3908228235" sldId="357"/>
        </pc:sldMkLst>
        <pc:spChg chg="mod">
          <ac:chgData name="Mahidhar reddy Gopireddy venkata" userId="ad81e2792cbf9fb3" providerId="LiveId" clId="{A662DF57-2924-43FE-A50F-D8D7BB7ABCE1}" dt="2026-01-09T05:49:33.710" v="689" actId="2711"/>
          <ac:spMkLst>
            <pc:docMk/>
            <pc:sldMk cId="3908228235" sldId="357"/>
            <ac:spMk id="2" creationId="{96501108-416C-AC98-A008-EA1358925296}"/>
          </ac:spMkLst>
        </pc:spChg>
        <pc:graphicFrameChg chg="add mod modGraphic">
          <ac:chgData name="Mahidhar reddy Gopireddy venkata" userId="ad81e2792cbf9fb3" providerId="LiveId" clId="{A662DF57-2924-43FE-A50F-D8D7BB7ABCE1}" dt="2026-01-09T05:48:37.560" v="684" actId="14100"/>
          <ac:graphicFrameMkLst>
            <pc:docMk/>
            <pc:sldMk cId="3908228235" sldId="357"/>
            <ac:graphicFrameMk id="3" creationId="{F8F88C0F-929A-5026-89C6-B397BFF554A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7FD23-BDD9-48A3-AF0D-D1A71E74C4B4}"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AF3EFD-35D7-4FE2-A32C-4D57F95D0230}" type="slidenum">
              <a:rPr lang="en-IN" smtClean="0"/>
              <a:t>‹#›</a:t>
            </a:fld>
            <a:endParaRPr lang="en-IN"/>
          </a:p>
        </p:txBody>
      </p:sp>
    </p:spTree>
    <p:extLst>
      <p:ext uri="{BB962C8B-B14F-4D97-AF65-F5344CB8AC3E}">
        <p14:creationId xmlns:p14="http://schemas.microsoft.com/office/powerpoint/2010/main" val="3267722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68E164-6614-481B-A448-FF2E9500EF15}" type="slidenum">
              <a:rPr lang="en-IN" smtClean="0"/>
              <a:t>4</a:t>
            </a:fld>
            <a:endParaRPr lang="en-IN"/>
          </a:p>
        </p:txBody>
      </p:sp>
    </p:spTree>
    <p:extLst>
      <p:ext uri="{BB962C8B-B14F-4D97-AF65-F5344CB8AC3E}">
        <p14:creationId xmlns:p14="http://schemas.microsoft.com/office/powerpoint/2010/main" val="813056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0"/>
            <a:ext cx="8305800" cy="944562"/>
          </a:xfrm>
        </p:spPr>
        <p:txBody>
          <a:bodyPr>
            <a:normAutofit fontScale="90000"/>
          </a:bodyPr>
          <a:lstStyle/>
          <a:p>
            <a:r>
              <a:rPr lang="en-US" sz="24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SIDDARTHA INSTITUTE OF SCIENCE AND TECHNOLOGY</a:t>
            </a:r>
            <a:br>
              <a:rPr lang="en-US" sz="24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(AUTONOMOUS)</a:t>
            </a:r>
          </a:p>
        </p:txBody>
      </p:sp>
      <p:sp>
        <p:nvSpPr>
          <p:cNvPr id="3" name="Title 1"/>
          <p:cNvSpPr txBox="1"/>
          <p:nvPr/>
        </p:nvSpPr>
        <p:spPr>
          <a:xfrm>
            <a:off x="2514600" y="3276600"/>
            <a:ext cx="4114800" cy="2438400"/>
          </a:xfrm>
          <a:prstGeom prst="rect">
            <a:avLst/>
          </a:prstGeom>
        </p:spPr>
        <p:txBody>
          <a:bodyPr vert="horz" lIns="91440" tIns="45720" rIns="91440" bIns="45720" rtlCol="0" anchor="ctr">
            <a:normAutofit/>
          </a:bodyPr>
          <a:lstStyle/>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7400" dirty="0">
              <a:latin typeface="Times New Roman" panose="02020603050405020304" pitchFamily="18" charset="0"/>
              <a:ea typeface="+mj-ea"/>
              <a:cs typeface="Times New Roman" panose="02020603050405020304" pitchFamily="18" charset="0"/>
            </a:endParaRPr>
          </a:p>
          <a:p>
            <a:pPr>
              <a:spcBef>
                <a:spcPct val="0"/>
              </a:spcBef>
              <a:defRPr/>
            </a:pPr>
            <a:endParaRPr lang="en-US" sz="4400" dirty="0">
              <a:latin typeface="Times New Roman" panose="02020603050405020304" pitchFamily="18" charset="0"/>
              <a:ea typeface="+mj-ea"/>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cstate="print"/>
          <a:srcRect/>
          <a:stretch>
            <a:fillRect/>
          </a:stretch>
        </p:blipFill>
        <p:spPr bwMode="auto">
          <a:xfrm>
            <a:off x="1388963" y="416006"/>
            <a:ext cx="1142999" cy="1152525"/>
          </a:xfrm>
          <a:prstGeom prst="rect">
            <a:avLst/>
          </a:prstGeom>
          <a:noFill/>
        </p:spPr>
      </p:pic>
      <p:sp>
        <p:nvSpPr>
          <p:cNvPr id="9" name="Rectangle 8"/>
          <p:cNvSpPr/>
          <p:nvPr/>
        </p:nvSpPr>
        <p:spPr>
          <a:xfrm>
            <a:off x="838199" y="1718936"/>
            <a:ext cx="10515601" cy="830997"/>
          </a:xfrm>
          <a:prstGeom prst="rect">
            <a:avLst/>
          </a:prstGeom>
        </p:spPr>
        <p:txBody>
          <a:bodyPr wrap="square">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AI Driven Lora WAN Enabled Solar Powered Multi Sensor Framework for Proactive Flood Prediction and Early Warning </a:t>
            </a:r>
          </a:p>
        </p:txBody>
      </p:sp>
      <p:sp>
        <p:nvSpPr>
          <p:cNvPr id="12" name="Rectangle 11"/>
          <p:cNvSpPr/>
          <p:nvPr/>
        </p:nvSpPr>
        <p:spPr>
          <a:xfrm>
            <a:off x="3314700" y="1080519"/>
            <a:ext cx="5562600" cy="369332"/>
          </a:xfrm>
          <a:prstGeom prst="rect">
            <a:avLst/>
          </a:prstGeom>
        </p:spPr>
        <p:txBody>
          <a:bodyPr wrap="square">
            <a:spAutoFit/>
          </a:bodyPr>
          <a:lstStyle/>
          <a:p>
            <a:pPr lvl="0" algn="ctr">
              <a:spcBef>
                <a:spcPct val="0"/>
              </a:spcBef>
              <a:defRPr/>
            </a:pPr>
            <a:r>
              <a:rPr lang="en-US" b="1" dirty="0">
                <a:latin typeface="Times New Roman" panose="02020603050405020304" pitchFamily="18" charset="0"/>
                <a:cs typeface="Times New Roman" panose="02020603050405020304" pitchFamily="18" charset="0"/>
              </a:rPr>
              <a:t>Department of Computer Science and Engineering</a:t>
            </a:r>
          </a:p>
        </p:txBody>
      </p:sp>
      <p:sp>
        <p:nvSpPr>
          <p:cNvPr id="13" name="TextBox 12"/>
          <p:cNvSpPr txBox="1"/>
          <p:nvPr/>
        </p:nvSpPr>
        <p:spPr>
          <a:xfrm>
            <a:off x="3028950" y="2730493"/>
            <a:ext cx="6800850" cy="3416320"/>
          </a:xfrm>
          <a:prstGeom prst="rect">
            <a:avLst/>
          </a:prstGeom>
          <a:noFill/>
        </p:spPr>
        <p:txBody>
          <a:bodyPr wrap="square" rtlCol="0">
            <a:spAutoFit/>
          </a:bodyPr>
          <a:lstStyle/>
          <a:p>
            <a:pPr algn="ctr"/>
            <a:r>
              <a:rPr lang="en-US" sz="2400" u="sng" dirty="0">
                <a:latin typeface="Times New Roman" panose="02020603050405020304" pitchFamily="18" charset="0"/>
                <a:cs typeface="Times New Roman" panose="02020603050405020304" pitchFamily="18" charset="0"/>
              </a:rPr>
              <a:t>Presented  by</a:t>
            </a:r>
          </a:p>
          <a:p>
            <a:pPr algn="ctr"/>
            <a:endParaRPr lang="en-US" sz="2400" u="sng" dirty="0">
              <a:latin typeface="Times New Roman" panose="02020603050405020304" pitchFamily="18" charset="0"/>
              <a:cs typeface="Times New Roman" panose="02020603050405020304" pitchFamily="18" charset="0"/>
              <a:sym typeface="+mn-ea"/>
            </a:endParaRPr>
          </a:p>
          <a:p>
            <a:r>
              <a:rPr lang="en-US" dirty="0">
                <a:latin typeface="Times New Roman" panose="02020603050405020304" pitchFamily="18" charset="0"/>
                <a:cs typeface="Times New Roman" panose="02020603050405020304" pitchFamily="18" charset="0"/>
                <a:sym typeface="+mn-ea"/>
              </a:rPr>
              <a:t>  G.V MAHIDHAR REDDY	                        224E1A4644</a:t>
            </a:r>
            <a:endParaRPr lang="en-US" dirty="0">
              <a:latin typeface="Times New Roman" panose="02020603050405020304" pitchFamily="18" charset="0"/>
              <a:cs typeface="Times New Roman" panose="02020603050405020304" pitchFamily="18" charset="0"/>
            </a:endParaRPr>
          </a:p>
          <a:p>
            <a:pPr fontAlgn="t"/>
            <a:r>
              <a:rPr lang="en-IN" altLang="en-US" dirty="0">
                <a:latin typeface="Times New Roman" panose="02020603050405020304" pitchFamily="18" charset="0"/>
                <a:cs typeface="Times New Roman" panose="02020603050405020304" pitchFamily="18" charset="0"/>
                <a:sym typeface="+mn-ea"/>
              </a:rPr>
              <a:t>  SYED MAHAMMAD SALEEM</a:t>
            </a:r>
            <a:r>
              <a:rPr lang="en-US" dirty="0">
                <a:latin typeface="Times New Roman" panose="02020603050405020304" pitchFamily="18" charset="0"/>
                <a:cs typeface="Times New Roman" panose="02020603050405020304" pitchFamily="18" charset="0"/>
                <a:sym typeface="+mn-ea"/>
              </a:rPr>
              <a:t>	        </a:t>
            </a:r>
            <a:r>
              <a:rPr lang="en-IN" dirty="0">
                <a:latin typeface="Times New Roman" panose="02020603050405020304" pitchFamily="18" charset="0"/>
                <a:cs typeface="Times New Roman" panose="02020603050405020304" pitchFamily="18" charset="0"/>
              </a:rPr>
              <a:t>224E1A4638</a:t>
            </a:r>
          </a:p>
          <a:p>
            <a:pPr fontAlgn="t"/>
            <a:r>
              <a:rPr lang="en-US" altLang="en-US" dirty="0">
                <a:latin typeface="Times New Roman" panose="02020603050405020304" pitchFamily="18" charset="0"/>
                <a:cs typeface="Times New Roman" panose="02020603050405020304" pitchFamily="18" charset="0"/>
                <a:sym typeface="+mn-ea"/>
              </a:rPr>
              <a:t>  R</a:t>
            </a:r>
            <a:r>
              <a:rPr lang="en-IN" altLang="en-US" dirty="0">
                <a:latin typeface="Times New Roman" panose="02020603050405020304" pitchFamily="18" charset="0"/>
                <a:cs typeface="Times New Roman" panose="02020603050405020304" pitchFamily="18" charset="0"/>
                <a:sym typeface="+mn-ea"/>
              </a:rPr>
              <a:t> .NIKHITHA SHARMA                            </a:t>
            </a:r>
            <a:r>
              <a:rPr lang="en-IN" dirty="0">
                <a:latin typeface="Times New Roman" panose="02020603050405020304" pitchFamily="18" charset="0"/>
                <a:cs typeface="Times New Roman" panose="02020603050405020304" pitchFamily="18" charset="0"/>
              </a:rPr>
              <a:t>224E1A4624</a:t>
            </a:r>
            <a:endParaRPr lang="en-US" dirty="0">
              <a:latin typeface="Times New Roman" panose="02020603050405020304" pitchFamily="18" charset="0"/>
              <a:cs typeface="Times New Roman" panose="02020603050405020304" pitchFamily="18" charset="0"/>
            </a:endParaRPr>
          </a:p>
          <a:p>
            <a:pPr fontAlgn="t"/>
            <a:r>
              <a:rPr lang="en-US" dirty="0">
                <a:latin typeface="Times New Roman" panose="02020603050405020304" pitchFamily="18" charset="0"/>
                <a:cs typeface="Times New Roman" panose="02020603050405020304" pitchFamily="18" charset="0"/>
                <a:sym typeface="+mn-ea"/>
              </a:rPr>
              <a:t>  TALARI DHANUSH	</a:t>
            </a:r>
            <a:r>
              <a:rPr lang="en-IN" dirty="0">
                <a:latin typeface="Times New Roman" panose="02020603050405020304" pitchFamily="18" charset="0"/>
                <a:cs typeface="Times New Roman" panose="02020603050405020304" pitchFamily="18" charset="0"/>
              </a:rPr>
              <a:t>                        234E5A4601</a:t>
            </a:r>
            <a:endParaRPr lang="en-US" dirty="0">
              <a:latin typeface="Times New Roman" panose="02020603050405020304" pitchFamily="18" charset="0"/>
              <a:cs typeface="Times New Roman" panose="02020603050405020304" pitchFamily="18" charset="0"/>
            </a:endParaRPr>
          </a:p>
          <a:p>
            <a:pPr fontAlgn="t"/>
            <a:r>
              <a:rPr lang="en-US" altLang="en-US" dirty="0">
                <a:latin typeface="Times New Roman" panose="02020603050405020304" pitchFamily="18" charset="0"/>
                <a:cs typeface="Times New Roman" panose="02020603050405020304" pitchFamily="18" charset="0"/>
                <a:sym typeface="+mn-ea"/>
              </a:rPr>
              <a:t>  B.SUMANTH  KUM</a:t>
            </a:r>
            <a:r>
              <a:rPr lang="en-IN" altLang="en-US" dirty="0">
                <a:latin typeface="Times New Roman" panose="02020603050405020304" pitchFamily="18" charset="0"/>
                <a:cs typeface="Times New Roman" panose="02020603050405020304" pitchFamily="18" charset="0"/>
                <a:sym typeface="+mn-ea"/>
              </a:rPr>
              <a:t>AR</a:t>
            </a:r>
            <a:r>
              <a:rPr lang="en-IN" dirty="0">
                <a:latin typeface="Times New Roman" panose="02020603050405020304" pitchFamily="18" charset="0"/>
                <a:cs typeface="Times New Roman" panose="02020603050405020304" pitchFamily="18" charset="0"/>
              </a:rPr>
              <a:t>                              224E1A4635</a:t>
            </a:r>
            <a:r>
              <a:rPr lang="en-IN" altLang="en-US" dirty="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sym typeface="+mn-ea"/>
              </a:rPr>
              <a:t>	</a:t>
            </a:r>
            <a:r>
              <a:rPr lang="en-IN" altLang="en-US" dirty="0">
                <a:latin typeface="Times New Roman" panose="02020603050405020304" pitchFamily="18" charset="0"/>
                <a:cs typeface="Times New Roman" panose="02020603050405020304" pitchFamily="18" charset="0"/>
                <a:sym typeface="+mn-ea"/>
              </a:rPr>
              <a:t>                           </a:t>
            </a:r>
          </a:p>
          <a:p>
            <a:pPr algn="ctr"/>
            <a:r>
              <a:rPr lang="en-US" dirty="0">
                <a:latin typeface="Times New Roman" panose="02020603050405020304" pitchFamily="18" charset="0"/>
                <a:cs typeface="Times New Roman" panose="02020603050405020304" pitchFamily="18" charset="0"/>
                <a:sym typeface="+mn-ea"/>
              </a:rPr>
              <a:t>	</a:t>
            </a:r>
            <a:r>
              <a:rPr lang="en-IN" altLang="en-US" dirty="0">
                <a:latin typeface="Times New Roman" panose="02020603050405020304" pitchFamily="18" charset="0"/>
                <a:cs typeface="Times New Roman" panose="02020603050405020304" pitchFamily="18" charset="0"/>
                <a:sym typeface="+mn-ea"/>
              </a:rPr>
              <a:t>                           </a:t>
            </a:r>
          </a:p>
          <a:p>
            <a:pPr fontAlgn="t"/>
            <a:endParaRPr lang="en-IN"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2514600" y="5257800"/>
            <a:ext cx="6591302" cy="1077218"/>
          </a:xfrm>
          <a:prstGeom prst="rect">
            <a:avLst/>
          </a:prstGeom>
          <a:noFill/>
        </p:spPr>
        <p:txBody>
          <a:bodyPr wrap="square" rtlCol="0">
            <a:spAutoFit/>
          </a:bodyPr>
          <a:lstStyle/>
          <a:p>
            <a:pPr algn="ctr"/>
            <a:r>
              <a:rPr lang="en-US" dirty="0"/>
              <a:t>   </a:t>
            </a:r>
            <a:r>
              <a:rPr lang="en-US" dirty="0">
                <a:latin typeface="Times New Roman" panose="02020603050405020304" pitchFamily="18" charset="0"/>
                <a:cs typeface="Times New Roman" panose="02020603050405020304" pitchFamily="18" charset="0"/>
              </a:rPr>
              <a:t>Under the guidance of  </a:t>
            </a:r>
          </a:p>
          <a:p>
            <a:pPr algn="ctr">
              <a:defRPr/>
            </a:pPr>
            <a:r>
              <a:rPr lang="en-US" sz="2800" b="1" dirty="0">
                <a:latin typeface="Times New Roman" panose="02020603050405020304" pitchFamily="18" charset="0"/>
                <a:cs typeface="Times New Roman" panose="02020603050405020304" pitchFamily="18" charset="0"/>
              </a:rPr>
              <a:t>      Mrs. K.PURNIMA</a:t>
            </a:r>
            <a:endParaRPr lang="en-US" b="1" dirty="0">
              <a:latin typeface="Times New Roman" panose="02020603050405020304" pitchFamily="18" charset="0"/>
              <a:cs typeface="Times New Roman" panose="02020603050405020304" pitchFamily="18" charset="0"/>
              <a:sym typeface="+mn-ea"/>
            </a:endParaRPr>
          </a:p>
          <a:p>
            <a:pPr algn="ctr"/>
            <a:r>
              <a:rPr lang="en-US" dirty="0" err="1">
                <a:latin typeface="Times New Roman" panose="02020603050405020304" pitchFamily="18" charset="0"/>
                <a:cs typeface="Times New Roman" panose="02020603050405020304" pitchFamily="18" charset="0"/>
              </a:rPr>
              <a:t>M.Tech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ph.D</a:t>
            </a:r>
            <a:r>
              <a:rPr lang="en-US" dirty="0">
                <a:latin typeface="Times New Roman" panose="02020603050405020304" pitchFamily="18" charset="0"/>
                <a:cs typeface="Times New Roman" panose="02020603050405020304" pitchFamily="18" charset="0"/>
              </a:rPr>
              <a:t>], Dept of CSE</a:t>
            </a:r>
          </a:p>
        </p:txBody>
      </p:sp>
    </p:spTree>
    <p:extLst>
      <p:ext uri="{BB962C8B-B14F-4D97-AF65-F5344CB8AC3E}">
        <p14:creationId xmlns:p14="http://schemas.microsoft.com/office/powerpoint/2010/main" val="3911541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81200" y="8891"/>
            <a:ext cx="8229600" cy="753110"/>
          </a:xfrm>
        </p:spPr>
        <p:txBody>
          <a:bodyPr/>
          <a:lstStyle/>
          <a:p>
            <a:r>
              <a:rPr lang="en-US" sz="4000" b="1" dirty="0">
                <a:latin typeface="Times New Roman" panose="02020603050405020304" pitchFamily="18" charset="0"/>
                <a:cs typeface="Times New Roman" panose="02020603050405020304" pitchFamily="18" charset="0"/>
              </a:rPr>
              <a:t>ABSTRACT</a:t>
            </a:r>
            <a:endParaRPr lang="en-US" sz="4000" dirty="0"/>
          </a:p>
        </p:txBody>
      </p:sp>
      <p:sp>
        <p:nvSpPr>
          <p:cNvPr id="4" name="Content Placeholder 3"/>
          <p:cNvSpPr>
            <a:spLocks noGrp="1"/>
          </p:cNvSpPr>
          <p:nvPr>
            <p:ph idx="1"/>
          </p:nvPr>
        </p:nvSpPr>
        <p:spPr>
          <a:xfrm>
            <a:off x="914400" y="1066800"/>
            <a:ext cx="9829800" cy="4724400"/>
          </a:xfrm>
        </p:spPr>
        <p:txBody>
          <a:bodyPr>
            <a:no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Floods cause serious damage to life and property every year. Early flood prediction can help reduce these losses. This project develops an AI-based, solar-powered flood prediction system for real-time monitoring and early </a:t>
            </a:r>
            <a:r>
              <a:rPr lang="en-US" sz="2000" dirty="0" err="1">
                <a:latin typeface="Times New Roman" panose="02020603050405020304" pitchFamily="18" charset="0"/>
                <a:cs typeface="Times New Roman" panose="02020603050405020304" pitchFamily="18" charset="0"/>
              </a:rPr>
              <a:t>warning.The</a:t>
            </a:r>
            <a:r>
              <a:rPr lang="en-US" sz="2000" dirty="0">
                <a:latin typeface="Times New Roman" panose="02020603050405020304" pitchFamily="18" charset="0"/>
                <a:cs typeface="Times New Roman" panose="02020603050405020304" pitchFamily="18" charset="0"/>
              </a:rPr>
              <a:t> system uses sensors to measure rainfall, water level, water flow, temperature, humidity, and air pressure. Sensor data is collected using an Arduino controller and transmitted over long distances using </a:t>
            </a:r>
            <a:r>
              <a:rPr lang="en-US" sz="2000" dirty="0" err="1">
                <a:latin typeface="Times New Roman" panose="02020603050405020304" pitchFamily="18" charset="0"/>
                <a:cs typeface="Times New Roman" panose="02020603050405020304" pitchFamily="18" charset="0"/>
              </a:rPr>
              <a:t>LoRaWAN</a:t>
            </a:r>
            <a:r>
              <a:rPr lang="en-US" sz="2000" dirty="0">
                <a:latin typeface="Times New Roman" panose="02020603050405020304" pitchFamily="18" charset="0"/>
                <a:cs typeface="Times New Roman" panose="02020603050405020304" pitchFamily="18" charset="0"/>
              </a:rPr>
              <a:t> technology. The data is sent to the cloud, where AI analyzes it to detect flood risk. When flood conditions are detected, warning alerts are sent using a GSM module, and local alerts are provided through a buzzer and LED. This system is low-cost, energy-efficient, and suitable for remote areas.</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986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1686" y="-294005"/>
            <a:ext cx="8159115" cy="1390015"/>
          </a:xfrm>
        </p:spPr>
        <p:txBody>
          <a:bodyPr/>
          <a:lstStyle/>
          <a:p>
            <a:r>
              <a:rPr lang="en-US" altLang="en-US" sz="4000" b="1" dirty="0">
                <a:latin typeface="Times New Roman" panose="02020603050405020304" pitchFamily="18" charset="0"/>
                <a:cs typeface="Times New Roman" panose="02020603050405020304" pitchFamily="18" charset="0"/>
              </a:rPr>
              <a:t>INTRODUCTION</a:t>
            </a:r>
            <a:endParaRPr lang="en-IN" alt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3000" y="990601"/>
            <a:ext cx="9601200" cy="563879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Floods represent one of the most destructive natural disasters worldwide, leading to significant loss of life, property damage, and environmental degradation. Traditional flood monitoring systems are often manual or reactive, providing alerts only after water levels cross dangerous thresholds. Such systems lack predictive capabilities and real-time intelligence, resulting in delayed response and increased damage. With advancements in embedded systems, IoT, and artificial intelligence, it is now possible to develop smart systems that can predict floods in advance. This project introduces an AI-driven flood prediction system that continuously monitors critical environmental parameters, processes data intelligently, and provides timely alerts. The use of </a:t>
            </a:r>
            <a:r>
              <a:rPr lang="en-US" sz="2400" dirty="0" err="1">
                <a:latin typeface="Times New Roman" panose="02020603050405020304" pitchFamily="18" charset="0"/>
                <a:cs typeface="Times New Roman" panose="02020603050405020304" pitchFamily="18" charset="0"/>
              </a:rPr>
              <a:t>LoRaWAN</a:t>
            </a:r>
            <a:r>
              <a:rPr lang="en-US" sz="2400" dirty="0">
                <a:latin typeface="Times New Roman" panose="02020603050405020304" pitchFamily="18" charset="0"/>
                <a:cs typeface="Times New Roman" panose="02020603050405020304" pitchFamily="18" charset="0"/>
              </a:rPr>
              <a:t> ensures long-range communication even in remote locations, while solar power enables uninterrupted operation. The proposed system aims to enhance early warning mechanisms and strengthen disaster preparedness.</a:t>
            </a:r>
          </a:p>
          <a:p>
            <a:pPr marL="0" indent="0">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365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8229600" cy="914399"/>
          </a:xfrm>
        </p:spPr>
        <p:txBody>
          <a:bodyPr>
            <a:normAutofit/>
          </a:bodyPr>
          <a:lstStyle/>
          <a:p>
            <a:r>
              <a:rPr lang="en-IN" altLang="en-US" b="1" dirty="0">
                <a:latin typeface="Times New Roman" panose="02020603050405020304" pitchFamily="18" charset="0"/>
                <a:cs typeface="Times New Roman" panose="02020603050405020304" pitchFamily="18" charset="0"/>
              </a:rPr>
              <a:t>Domain Specification</a:t>
            </a:r>
          </a:p>
        </p:txBody>
      </p:sp>
      <p:sp>
        <p:nvSpPr>
          <p:cNvPr id="3" name="Content Placeholder 2"/>
          <p:cNvSpPr>
            <a:spLocks noGrp="1"/>
          </p:cNvSpPr>
          <p:nvPr>
            <p:ph idx="1"/>
          </p:nvPr>
        </p:nvSpPr>
        <p:spPr>
          <a:xfrm>
            <a:off x="1219200" y="914400"/>
            <a:ext cx="9829800" cy="5867400"/>
          </a:xfrm>
        </p:spPr>
        <p:txBody>
          <a:bodyPr>
            <a:noAutofit/>
          </a:bodyPr>
          <a:lstStyle/>
          <a:p>
            <a:r>
              <a:rPr lang="en-IN" sz="2400" b="1" dirty="0">
                <a:latin typeface="Times New Roman" panose="02020603050405020304" pitchFamily="18" charset="0"/>
                <a:cs typeface="Times New Roman" panose="02020603050405020304" pitchFamily="18" charset="0"/>
              </a:rPr>
              <a:t>Embedded Systems</a:t>
            </a:r>
            <a:r>
              <a:rPr lang="en-IN" sz="2400" dirty="0">
                <a:latin typeface="Times New Roman" panose="02020603050405020304" pitchFamily="18" charset="0"/>
                <a:cs typeface="Times New Roman" panose="02020603050405020304" pitchFamily="18" charset="0"/>
              </a:rPr>
              <a:t> – Hardware and programming to collect sensor data</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Internet of Things (IoT)</a:t>
            </a:r>
            <a:r>
              <a:rPr lang="en-IN" sz="2400" dirty="0">
                <a:latin typeface="Times New Roman" panose="02020603050405020304" pitchFamily="18" charset="0"/>
                <a:cs typeface="Times New Roman" panose="02020603050405020304" pitchFamily="18" charset="0"/>
              </a:rPr>
              <a:t> – Long-range communication and cloud monitoring</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Wireless Communication</a:t>
            </a:r>
            <a:r>
              <a:rPr lang="en-IN" sz="2400" dirty="0">
                <a:latin typeface="Times New Roman" panose="02020603050405020304" pitchFamily="18" charset="0"/>
                <a:cs typeface="Times New Roman" panose="02020603050405020304" pitchFamily="18" charset="0"/>
              </a:rPr>
              <a:t> – Data transmission between devices</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Renewable Energy Systems</a:t>
            </a:r>
            <a:r>
              <a:rPr lang="en-IN" sz="2400" dirty="0">
                <a:latin typeface="Times New Roman" panose="02020603050405020304" pitchFamily="18" charset="0"/>
                <a:cs typeface="Times New Roman" panose="02020603050405020304" pitchFamily="18" charset="0"/>
              </a:rPr>
              <a:t> – Works during power failures using solar energy</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Sensor Technology</a:t>
            </a:r>
            <a:r>
              <a:rPr lang="en-IN" sz="2400" dirty="0">
                <a:latin typeface="Times New Roman" panose="02020603050405020304" pitchFamily="18" charset="0"/>
                <a:cs typeface="Times New Roman" panose="02020603050405020304" pitchFamily="18" charset="0"/>
              </a:rPr>
              <a:t> – Sensors monitor environmental conditions</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AI &amp; Machine Learning (Python)</a:t>
            </a:r>
            <a:r>
              <a:rPr lang="en-IN" sz="2400" dirty="0">
                <a:latin typeface="Times New Roman" panose="02020603050405020304" pitchFamily="18" charset="0"/>
                <a:cs typeface="Times New Roman" panose="02020603050405020304" pitchFamily="18" charset="0"/>
              </a:rPr>
              <a:t> – Predicts floods using sensor data</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809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D8EAF-4C0A-CF85-EB93-2319A4186D42}"/>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A00EB0D-B620-5D4D-9B65-4A4A438DE776}"/>
              </a:ext>
            </a:extLst>
          </p:cNvPr>
          <p:cNvGraphicFramePr>
            <a:graphicFrameLocks noGrp="1"/>
          </p:cNvGraphicFramePr>
          <p:nvPr>
            <p:extLst>
              <p:ext uri="{D42A27DB-BD31-4B8C-83A1-F6EECF244321}">
                <p14:modId xmlns:p14="http://schemas.microsoft.com/office/powerpoint/2010/main" val="1823393207"/>
              </p:ext>
            </p:extLst>
          </p:nvPr>
        </p:nvGraphicFramePr>
        <p:xfrm>
          <a:off x="381000" y="838201"/>
          <a:ext cx="11353799" cy="5870448"/>
        </p:xfrm>
        <a:graphic>
          <a:graphicData uri="http://schemas.openxmlformats.org/drawingml/2006/table">
            <a:tbl>
              <a:tblPr>
                <a:tableStyleId>{5C22544A-7EE6-4342-B048-85BDC9FD1C3A}</a:tableStyleId>
              </a:tblPr>
              <a:tblGrid>
                <a:gridCol w="632778">
                  <a:extLst>
                    <a:ext uri="{9D8B030D-6E8A-4147-A177-3AD203B41FA5}">
                      <a16:colId xmlns:a16="http://schemas.microsoft.com/office/drawing/2014/main" val="958290140"/>
                    </a:ext>
                  </a:extLst>
                </a:gridCol>
                <a:gridCol w="2965005">
                  <a:extLst>
                    <a:ext uri="{9D8B030D-6E8A-4147-A177-3AD203B41FA5}">
                      <a16:colId xmlns:a16="http://schemas.microsoft.com/office/drawing/2014/main" val="755268345"/>
                    </a:ext>
                  </a:extLst>
                </a:gridCol>
                <a:gridCol w="668934">
                  <a:extLst>
                    <a:ext uri="{9D8B030D-6E8A-4147-A177-3AD203B41FA5}">
                      <a16:colId xmlns:a16="http://schemas.microsoft.com/office/drawing/2014/main" val="1953289320"/>
                    </a:ext>
                  </a:extLst>
                </a:gridCol>
                <a:gridCol w="1952563">
                  <a:extLst>
                    <a:ext uri="{9D8B030D-6E8A-4147-A177-3AD203B41FA5}">
                      <a16:colId xmlns:a16="http://schemas.microsoft.com/office/drawing/2014/main" val="3543496480"/>
                    </a:ext>
                  </a:extLst>
                </a:gridCol>
                <a:gridCol w="5134519">
                  <a:extLst>
                    <a:ext uri="{9D8B030D-6E8A-4147-A177-3AD203B41FA5}">
                      <a16:colId xmlns:a16="http://schemas.microsoft.com/office/drawing/2014/main" val="4044654486"/>
                    </a:ext>
                  </a:extLst>
                </a:gridCol>
              </a:tblGrid>
              <a:tr h="660634">
                <a:tc>
                  <a:txBody>
                    <a:bodyPr/>
                    <a:lstStyle/>
                    <a:p>
                      <a:pPr algn="l" fontAlgn="ctr">
                        <a:buNone/>
                      </a:pPr>
                      <a:r>
                        <a:rPr lang="en-IN" sz="2000" u="none" strike="noStrike" dirty="0" err="1">
                          <a:effectLst/>
                          <a:latin typeface="Times New Roman" panose="02020603050405020304" pitchFamily="18" charset="0"/>
                          <a:cs typeface="Times New Roman" panose="02020603050405020304" pitchFamily="18" charset="0"/>
                        </a:rPr>
                        <a:t>S.No</a:t>
                      </a:r>
                      <a:endParaRPr lang="en-IN"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Title of the Paper</a:t>
                      </a:r>
                      <a:endParaRPr lang="en-IN" sz="2000" b="1" i="0" u="none" strike="noStrike">
                        <a:solidFill>
                          <a:srgbClr val="FFFFFF"/>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Year</a:t>
                      </a:r>
                      <a:endParaRPr lang="en-IN" sz="2000" b="1" i="0" u="none" strike="noStrike">
                        <a:solidFill>
                          <a:srgbClr val="FFFFFF"/>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Author</a:t>
                      </a:r>
                      <a:endParaRPr lang="en-IN" sz="2000" b="1" i="0" u="none" strike="noStrike">
                        <a:solidFill>
                          <a:srgbClr val="FFFFFF"/>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Description</a:t>
                      </a:r>
                      <a:endParaRPr lang="en-IN" sz="2000" b="1" i="0" u="none" strike="noStrike">
                        <a:solidFill>
                          <a:srgbClr val="FFFFFF"/>
                        </a:solidFill>
                        <a:effectLst/>
                        <a:latin typeface="Times New Roman" panose="02020603050405020304" pitchFamily="18" charset="0"/>
                        <a:cs typeface="Times New Roman" panose="02020603050405020304" pitchFamily="18" charset="0"/>
                      </a:endParaRPr>
                    </a:p>
                  </a:txBody>
                  <a:tcPr marL="5097" marR="5097" marT="5097" marB="0" anchor="ctr"/>
                </a:tc>
                <a:extLst>
                  <a:ext uri="{0D108BD9-81ED-4DB2-BD59-A6C34878D82A}">
                    <a16:rowId xmlns:a16="http://schemas.microsoft.com/office/drawing/2014/main" val="1090042"/>
                  </a:ext>
                </a:extLst>
              </a:tr>
              <a:tr h="880842">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1</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dirty="0">
                          <a:effectLst/>
                          <a:latin typeface="Times New Roman" panose="02020603050405020304" pitchFamily="18" charset="0"/>
                          <a:cs typeface="Times New Roman" panose="02020603050405020304" pitchFamily="18" charset="0"/>
                        </a:rPr>
                        <a:t>IoT-Based Flood Monitoring and Early Warning System</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2019</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M. Pramudhita et al.</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a:effectLst/>
                          <a:latin typeface="Times New Roman" panose="02020603050405020304" pitchFamily="18" charset="0"/>
                          <a:cs typeface="Times New Roman" panose="02020603050405020304" pitchFamily="18" charset="0"/>
                        </a:rPr>
                        <a:t>Used water level sensors and GSM alerts for real-time flood monitoring in flood-prone areas.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extLst>
                  <a:ext uri="{0D108BD9-81ED-4DB2-BD59-A6C34878D82A}">
                    <a16:rowId xmlns:a16="http://schemas.microsoft.com/office/drawing/2014/main" val="264566736"/>
                  </a:ext>
                </a:extLst>
              </a:tr>
              <a:tr h="832864">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2</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dirty="0">
                          <a:effectLst/>
                          <a:latin typeface="Times New Roman" panose="02020603050405020304" pitchFamily="18" charset="0"/>
                          <a:cs typeface="Times New Roman" panose="02020603050405020304" pitchFamily="18" charset="0"/>
                        </a:rPr>
                        <a:t>A </a:t>
                      </a:r>
                      <a:r>
                        <a:rPr lang="en-US" sz="2000" u="none" strike="noStrike" dirty="0" err="1">
                          <a:effectLst/>
                          <a:latin typeface="Times New Roman" panose="02020603050405020304" pitchFamily="18" charset="0"/>
                          <a:cs typeface="Times New Roman" panose="02020603050405020304" pitchFamily="18" charset="0"/>
                        </a:rPr>
                        <a:t>LoRaWAN</a:t>
                      </a:r>
                      <a:r>
                        <a:rPr lang="en-US" sz="2000" u="none" strike="noStrike" dirty="0">
                          <a:effectLst/>
                          <a:latin typeface="Times New Roman" panose="02020603050405020304" pitchFamily="18" charset="0"/>
                          <a:cs typeface="Times New Roman" panose="02020603050405020304" pitchFamily="18" charset="0"/>
                        </a:rPr>
                        <a:t>-Based Remote Flood Level Monitoring System</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2020</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A. Rahman &amp; R. Yusof</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a:effectLst/>
                          <a:latin typeface="Times New Roman" panose="02020603050405020304" pitchFamily="18" charset="0"/>
                          <a:cs typeface="Times New Roman" panose="02020603050405020304" pitchFamily="18" charset="0"/>
                        </a:rPr>
                        <a:t>Implemented LoRaWAN for long-range, low-power flood data transmission in remote regions.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extLst>
                  <a:ext uri="{0D108BD9-81ED-4DB2-BD59-A6C34878D82A}">
                    <a16:rowId xmlns:a16="http://schemas.microsoft.com/office/drawing/2014/main" val="1394133924"/>
                  </a:ext>
                </a:extLst>
              </a:tr>
              <a:tr h="1244989">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3</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dirty="0">
                          <a:effectLst/>
                          <a:latin typeface="Times New Roman" panose="02020603050405020304" pitchFamily="18" charset="0"/>
                          <a:cs typeface="Times New Roman" panose="02020603050405020304" pitchFamily="18" charset="0"/>
                        </a:rPr>
                        <a:t>Machine Learning Approaches for Flood Prediction Using Hydrological Data</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2021</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dirty="0">
                          <a:effectLst/>
                          <a:latin typeface="Times New Roman" panose="02020603050405020304" pitchFamily="18" charset="0"/>
                          <a:cs typeface="Times New Roman" panose="02020603050405020304" pitchFamily="18" charset="0"/>
                        </a:rPr>
                        <a:t>S. Kumar &amp; P. Singh</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a:effectLst/>
                          <a:latin typeface="Times New Roman" panose="02020603050405020304" pitchFamily="18" charset="0"/>
                          <a:cs typeface="Times New Roman" panose="02020603050405020304" pitchFamily="18" charset="0"/>
                        </a:rPr>
                        <a:t>Applied ML models like Random Forest and SVM for flood prediction using rainfall and river data.</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extLst>
                  <a:ext uri="{0D108BD9-81ED-4DB2-BD59-A6C34878D82A}">
                    <a16:rowId xmlns:a16="http://schemas.microsoft.com/office/drawing/2014/main" val="2519322577"/>
                  </a:ext>
                </a:extLst>
              </a:tr>
              <a:tr h="1244989">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4</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dirty="0">
                          <a:effectLst/>
                          <a:latin typeface="Times New Roman" panose="02020603050405020304" pitchFamily="18" charset="0"/>
                          <a:cs typeface="Times New Roman" panose="02020603050405020304" pitchFamily="18" charset="0"/>
                        </a:rPr>
                        <a:t>Design of Real-Time Water Level Monitoring System Using Ultrasonic Sensors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2018</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dirty="0">
                          <a:effectLst/>
                          <a:latin typeface="Times New Roman" panose="02020603050405020304" pitchFamily="18" charset="0"/>
                          <a:cs typeface="Times New Roman" panose="02020603050405020304" pitchFamily="18" charset="0"/>
                        </a:rPr>
                        <a:t>R. Sharma &amp; D. Patel</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a:effectLst/>
                          <a:latin typeface="Times New Roman" panose="02020603050405020304" pitchFamily="18" charset="0"/>
                          <a:cs typeface="Times New Roman" panose="02020603050405020304" pitchFamily="18" charset="0"/>
                        </a:rPr>
                        <a:t>Used ultrasonic sensors for accurate and low-cost water level measurement.</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extLst>
                  <a:ext uri="{0D108BD9-81ED-4DB2-BD59-A6C34878D82A}">
                    <a16:rowId xmlns:a16="http://schemas.microsoft.com/office/drawing/2014/main" val="1038732032"/>
                  </a:ext>
                </a:extLst>
              </a:tr>
              <a:tr h="880842">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5</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a:effectLst/>
                          <a:latin typeface="Times New Roman" panose="02020603050405020304" pitchFamily="18" charset="0"/>
                          <a:cs typeface="Times New Roman" panose="02020603050405020304" pitchFamily="18" charset="0"/>
                        </a:rPr>
                        <a:t>Multi-Sensor IoT System for Real-Time Environmental Monitoring</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dirty="0">
                          <a:effectLst/>
                          <a:latin typeface="Times New Roman" panose="02020603050405020304" pitchFamily="18" charset="0"/>
                          <a:cs typeface="Times New Roman" panose="02020603050405020304" pitchFamily="18" charset="0"/>
                        </a:rPr>
                        <a:t>2022</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IN" sz="2000" u="none" strike="noStrike" dirty="0">
                          <a:effectLst/>
                          <a:latin typeface="Times New Roman" panose="02020603050405020304" pitchFamily="18" charset="0"/>
                          <a:cs typeface="Times New Roman" panose="02020603050405020304" pitchFamily="18" charset="0"/>
                        </a:rPr>
                        <a:t>Y. Zhang &amp; L. Chen</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tc>
                  <a:txBody>
                    <a:bodyPr/>
                    <a:lstStyle/>
                    <a:p>
                      <a:pPr algn="l" fontAlgn="ctr">
                        <a:buNone/>
                      </a:pPr>
                      <a:r>
                        <a:rPr lang="en-US" sz="2000" u="none" strike="noStrike" dirty="0">
                          <a:effectLst/>
                          <a:latin typeface="Times New Roman" panose="02020603050405020304" pitchFamily="18" charset="0"/>
                          <a:cs typeface="Times New Roman" panose="02020603050405020304" pitchFamily="18" charset="0"/>
                        </a:rPr>
                        <a:t>Developed a multi-sensor system monitoring rainfall, humidity, temperature, and water level.</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97" marR="5097" marT="5097" marB="0" anchor="ctr"/>
                </a:tc>
                <a:extLst>
                  <a:ext uri="{0D108BD9-81ED-4DB2-BD59-A6C34878D82A}">
                    <a16:rowId xmlns:a16="http://schemas.microsoft.com/office/drawing/2014/main" val="1915788161"/>
                  </a:ext>
                </a:extLst>
              </a:tr>
            </a:tbl>
          </a:graphicData>
        </a:graphic>
      </p:graphicFrame>
    </p:spTree>
    <p:extLst>
      <p:ext uri="{BB962C8B-B14F-4D97-AF65-F5344CB8AC3E}">
        <p14:creationId xmlns:p14="http://schemas.microsoft.com/office/powerpoint/2010/main" val="3796792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1108-416C-AC98-A008-EA1358925296}"/>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br>
              <a:rPr lang="en-IN" dirty="0"/>
            </a:br>
            <a:endParaRPr lang="en-IN" dirty="0"/>
          </a:p>
        </p:txBody>
      </p:sp>
      <p:graphicFrame>
        <p:nvGraphicFramePr>
          <p:cNvPr id="3" name="Table 2">
            <a:extLst>
              <a:ext uri="{FF2B5EF4-FFF2-40B4-BE49-F238E27FC236}">
                <a16:creationId xmlns:a16="http://schemas.microsoft.com/office/drawing/2014/main" id="{F8F88C0F-929A-5026-89C6-B397BFF554AA}"/>
              </a:ext>
            </a:extLst>
          </p:cNvPr>
          <p:cNvGraphicFramePr>
            <a:graphicFrameLocks noGrp="1"/>
          </p:cNvGraphicFramePr>
          <p:nvPr>
            <p:extLst>
              <p:ext uri="{D42A27DB-BD31-4B8C-83A1-F6EECF244321}">
                <p14:modId xmlns:p14="http://schemas.microsoft.com/office/powerpoint/2010/main" val="353935732"/>
              </p:ext>
            </p:extLst>
          </p:nvPr>
        </p:nvGraphicFramePr>
        <p:xfrm>
          <a:off x="228600" y="914400"/>
          <a:ext cx="11582400" cy="5594847"/>
        </p:xfrm>
        <a:graphic>
          <a:graphicData uri="http://schemas.openxmlformats.org/drawingml/2006/table">
            <a:tbl>
              <a:tblPr>
                <a:tableStyleId>{5C22544A-7EE6-4342-B048-85BDC9FD1C3A}</a:tableStyleId>
              </a:tblPr>
              <a:tblGrid>
                <a:gridCol w="645516">
                  <a:extLst>
                    <a:ext uri="{9D8B030D-6E8A-4147-A177-3AD203B41FA5}">
                      <a16:colId xmlns:a16="http://schemas.microsoft.com/office/drawing/2014/main" val="391543044"/>
                    </a:ext>
                  </a:extLst>
                </a:gridCol>
                <a:gridCol w="3024703">
                  <a:extLst>
                    <a:ext uri="{9D8B030D-6E8A-4147-A177-3AD203B41FA5}">
                      <a16:colId xmlns:a16="http://schemas.microsoft.com/office/drawing/2014/main" val="1795862880"/>
                    </a:ext>
                  </a:extLst>
                </a:gridCol>
                <a:gridCol w="682402">
                  <a:extLst>
                    <a:ext uri="{9D8B030D-6E8A-4147-A177-3AD203B41FA5}">
                      <a16:colId xmlns:a16="http://schemas.microsoft.com/office/drawing/2014/main" val="85812295"/>
                    </a:ext>
                  </a:extLst>
                </a:gridCol>
                <a:gridCol w="1991878">
                  <a:extLst>
                    <a:ext uri="{9D8B030D-6E8A-4147-A177-3AD203B41FA5}">
                      <a16:colId xmlns:a16="http://schemas.microsoft.com/office/drawing/2014/main" val="1973834629"/>
                    </a:ext>
                  </a:extLst>
                </a:gridCol>
                <a:gridCol w="5237901">
                  <a:extLst>
                    <a:ext uri="{9D8B030D-6E8A-4147-A177-3AD203B41FA5}">
                      <a16:colId xmlns:a16="http://schemas.microsoft.com/office/drawing/2014/main" val="2629937111"/>
                    </a:ext>
                  </a:extLst>
                </a:gridCol>
              </a:tblGrid>
              <a:tr h="1147419">
                <a:tc>
                  <a:txBody>
                    <a:bodyPr/>
                    <a:lstStyle/>
                    <a:p>
                      <a:pPr algn="l" fontAlgn="ctr">
                        <a:buNone/>
                      </a:pPr>
                      <a:r>
                        <a:rPr lang="en-IN" sz="2000" u="none" strike="noStrike">
                          <a:effectLst/>
                        </a:rPr>
                        <a:t>5</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Multi-Sensor IoT System for Real-Time Environmental Monitoring</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2022</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Y. Zhang &amp; L. Chen</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Developed a multi-sensor system monitoring rainfall, humidity, temperature, and water level.</a:t>
                      </a:r>
                      <a:endParaRPr lang="en-US" sz="20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43419671"/>
                  </a:ext>
                </a:extLst>
              </a:tr>
              <a:tr h="867796">
                <a:tc>
                  <a:txBody>
                    <a:bodyPr/>
                    <a:lstStyle/>
                    <a:p>
                      <a:pPr algn="l" fontAlgn="ctr">
                        <a:buNone/>
                      </a:pPr>
                      <a:r>
                        <a:rPr lang="en-IN" sz="2000" u="none" strike="noStrike">
                          <a:effectLst/>
                        </a:rPr>
                        <a:t>6</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Smart Flood Monitoring System Using IoT</a:t>
                      </a:r>
                      <a:endParaRPr lang="en-US"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2019</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dirty="0">
                          <a:effectLst/>
                        </a:rPr>
                        <a:t>P. Kumar et al.</a:t>
                      </a:r>
                      <a:endParaRPr lang="en-IN" sz="20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Designed an IoT-based system for monitoring flood conditions and sending alerts to authorities.</a:t>
                      </a:r>
                      <a:endParaRPr lang="en-US" sz="20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56245228"/>
                  </a:ext>
                </a:extLst>
              </a:tr>
              <a:tr h="867796">
                <a:tc>
                  <a:txBody>
                    <a:bodyPr/>
                    <a:lstStyle/>
                    <a:p>
                      <a:pPr algn="l" fontAlgn="ctr">
                        <a:buNone/>
                      </a:pPr>
                      <a:r>
                        <a:rPr lang="en-IN" sz="2000" u="none" strike="noStrike">
                          <a:effectLst/>
                        </a:rPr>
                        <a:t>7</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Flood Prediction Using Machine Learning Techniques</a:t>
                      </a:r>
                      <a:endParaRPr lang="en-US"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2020</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A. Singh &amp; R. Mehta</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Used historical flood data and ML algorithms to forecast flood occurrences.</a:t>
                      </a:r>
                      <a:endParaRPr lang="en-US" sz="20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57709337"/>
                  </a:ext>
                </a:extLst>
              </a:tr>
              <a:tr h="867796">
                <a:tc>
                  <a:txBody>
                    <a:bodyPr/>
                    <a:lstStyle/>
                    <a:p>
                      <a:pPr algn="l" fontAlgn="ctr">
                        <a:buNone/>
                      </a:pPr>
                      <a:r>
                        <a:rPr lang="en-IN" sz="2000" u="none" strike="noStrike">
                          <a:effectLst/>
                        </a:rPr>
                        <a:t>8</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LoRa-Based Environmental Monitoring System</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2021</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L. Gomez et al.</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Demonstrated long-range, low-power environmental monitoring using LoRa communication.</a:t>
                      </a:r>
                      <a:endParaRPr lang="en-US" sz="20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56668377"/>
                  </a:ext>
                </a:extLst>
              </a:tr>
              <a:tr h="867796">
                <a:tc>
                  <a:txBody>
                    <a:bodyPr/>
                    <a:lstStyle/>
                    <a:p>
                      <a:pPr algn="l" fontAlgn="ctr">
                        <a:buNone/>
                      </a:pPr>
                      <a:r>
                        <a:rPr lang="en-IN" sz="2000" u="none" strike="noStrike">
                          <a:effectLst/>
                        </a:rPr>
                        <a:t>9</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Solar-Powered IoT System for Disaster Monitoring</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2022</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dirty="0">
                          <a:effectLst/>
                        </a:rPr>
                        <a:t>N. Al-Hassan et al.</a:t>
                      </a:r>
                      <a:endParaRPr lang="en-IN" sz="20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Proposed a solar-powered IoT system ensuring continuous operation during disasters.</a:t>
                      </a:r>
                      <a:endParaRPr lang="en-US" sz="20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34256405"/>
                  </a:ext>
                </a:extLst>
              </a:tr>
              <a:tr h="867796">
                <a:tc>
                  <a:txBody>
                    <a:bodyPr/>
                    <a:lstStyle/>
                    <a:p>
                      <a:pPr algn="l" fontAlgn="ctr">
                        <a:buNone/>
                      </a:pPr>
                      <a:r>
                        <a:rPr lang="en-IN" sz="2000" u="none" strike="noStrike">
                          <a:effectLst/>
                        </a:rPr>
                        <a:t>10</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a:effectLst/>
                        </a:rPr>
                        <a:t>AI-Based Flood Forecasting and Warning System</a:t>
                      </a:r>
                      <a:endParaRPr lang="en-US"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2023</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IN" sz="2000" u="none" strike="noStrike">
                          <a:effectLst/>
                        </a:rPr>
                        <a:t>J. Lee &amp; K. Park</a:t>
                      </a:r>
                      <a:endParaRPr lang="en-IN" sz="20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buNone/>
                      </a:pPr>
                      <a:r>
                        <a:rPr lang="en-US" sz="2000" u="none" strike="noStrike" dirty="0">
                          <a:effectLst/>
                        </a:rPr>
                        <a:t>Integrated AI models with real-time sensor data for early flood forecasting and alerts.</a:t>
                      </a:r>
                      <a:endParaRPr lang="en-US" sz="20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88911695"/>
                  </a:ext>
                </a:extLst>
              </a:tr>
            </a:tbl>
          </a:graphicData>
        </a:graphic>
      </p:graphicFrame>
    </p:spTree>
    <p:extLst>
      <p:ext uri="{BB962C8B-B14F-4D97-AF65-F5344CB8AC3E}">
        <p14:creationId xmlns:p14="http://schemas.microsoft.com/office/powerpoint/2010/main" val="3908228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0"/>
            <a:ext cx="10972800" cy="1143000"/>
          </a:xfrm>
        </p:spPr>
        <p:txBody>
          <a:bodyPr>
            <a:normAutofit/>
          </a:bodyPr>
          <a:lstStyle/>
          <a:p>
            <a:pPr>
              <a:defRPr/>
            </a:pPr>
            <a:r>
              <a:rPr lang="en-US" sz="4000" b="1" dirty="0">
                <a:latin typeface="Times New Roman" panose="02020603050405020304" pitchFamily="18" charset="0"/>
                <a:cs typeface="Times New Roman" panose="02020603050405020304" pitchFamily="18" charset="0"/>
              </a:rPr>
              <a:t>PROBLEM STATEMENT</a:t>
            </a:r>
          </a:p>
        </p:txBody>
      </p:sp>
      <p:sp>
        <p:nvSpPr>
          <p:cNvPr id="5" name="Content Placeholder 4"/>
          <p:cNvSpPr>
            <a:spLocks noGrp="1"/>
          </p:cNvSpPr>
          <p:nvPr>
            <p:ph idx="1"/>
          </p:nvPr>
        </p:nvSpPr>
        <p:spPr>
          <a:xfrm>
            <a:off x="685800" y="990600"/>
            <a:ext cx="10668000" cy="5715000"/>
          </a:xfrm>
        </p:spPr>
        <p:txBody>
          <a:bodyPr>
            <a:noAutofit/>
          </a:bodyPr>
          <a:lstStyle/>
          <a:p>
            <a:pPr marL="0" indent="0">
              <a:lnSpc>
                <a:spcPct val="150000"/>
              </a:lnSpc>
              <a:buNone/>
            </a:pPr>
            <a:r>
              <a:rPr lang="en-US" sz="2800" dirty="0">
                <a:latin typeface="Times New Roman" panose="02020603050405020304" pitchFamily="18" charset="0"/>
                <a:cs typeface="Times New Roman" panose="02020603050405020304" pitchFamily="18" charset="0"/>
              </a:rPr>
              <a:t>Floods cause severe damage to life and property, destroying homes, infrastructure, and agricultural land. In remote and rural areas, proper monitoring systems are often unavailable, making it difficult to detect rising water levels in time. Traditional methods of flood detection usually provide warnings too late, and manual observation is unreliable, especially during extreme weather conditions. Additionally, power supply issues during floods can disrupt monitoring and warning systems. Currently, there is no intelligent system widely implemented to predict floods in advance and provide early warnings.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0"/>
            <a:ext cx="10972800" cy="1524000"/>
          </a:xfrm>
        </p:spPr>
        <p:txBody>
          <a:bodyPr>
            <a:normAutofit/>
          </a:bodyPr>
          <a:lstStyle/>
          <a:p>
            <a:pPr>
              <a:defRPr/>
            </a:pPr>
            <a:r>
              <a:rPr lang="en-IN" altLang="en-US" sz="4000" b="1" dirty="0">
                <a:latin typeface="Times New Roman" panose="02020603050405020304" pitchFamily="18" charset="0"/>
                <a:cs typeface="Times New Roman" panose="02020603050405020304" pitchFamily="18" charset="0"/>
              </a:rPr>
              <a:t>EXISTING SYSTEM </a:t>
            </a:r>
            <a:endParaRPr lang="en-US" sz="4000" b="1" dirty="0">
              <a:latin typeface="Times New Roman" pitchFamily="18" charset="0"/>
              <a:cs typeface="Times New Roman" pitchFamily="18" charset="0"/>
            </a:endParaRPr>
          </a:p>
        </p:txBody>
      </p:sp>
      <p:sp>
        <p:nvSpPr>
          <p:cNvPr id="5" name="Content Placeholder 4"/>
          <p:cNvSpPr>
            <a:spLocks noGrp="1"/>
          </p:cNvSpPr>
          <p:nvPr>
            <p:ph idx="1"/>
          </p:nvPr>
        </p:nvSpPr>
        <p:spPr>
          <a:xfrm>
            <a:off x="838200" y="1570036"/>
            <a:ext cx="10744200" cy="5364164"/>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Short-range communication (GSM, Wi-Fi, wired). Poor performance in remote areas.  High power consumption. Limited sensor usage (only 1–2 parameters). Manual monitoring causes delays. No AI-based flood prediction. Power supply dependency.</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0BB1-36EC-9939-A8CB-4A7461767A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583CD0-4F3A-876A-F2F6-F30CCAA2693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DISADVANTAGES OF EXISTING SYSTEM</a:t>
            </a:r>
            <a:endParaRPr lang="en-US" sz="40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39AC38D-C646-D583-30A3-8712CB235BC1}"/>
              </a:ext>
            </a:extLst>
          </p:cNvPr>
          <p:cNvSpPr>
            <a:spLocks noGrp="1"/>
          </p:cNvSpPr>
          <p:nvPr>
            <p:ph idx="1"/>
          </p:nvPr>
        </p:nvSpPr>
        <p:spPr/>
        <p:txBody>
          <a:bodyPr>
            <a:noAutofit/>
          </a:bodyPr>
          <a:lstStyle/>
          <a:p>
            <a:pPr>
              <a:lnSpc>
                <a:spcPct val="150000"/>
              </a:lnSpc>
            </a:pPr>
            <a:r>
              <a:rPr lang="en-US" sz="2400" dirty="0">
                <a:latin typeface="Times New Roman" panose="02020603050405020304" pitchFamily="18" charset="0"/>
                <a:cs typeface="Times New Roman" panose="02020603050405020304" pitchFamily="18" charset="0"/>
              </a:rPr>
              <a:t>Short-range and unreliable communication</a:t>
            </a:r>
          </a:p>
          <a:p>
            <a:pPr>
              <a:lnSpc>
                <a:spcPct val="150000"/>
              </a:lnSpc>
            </a:pPr>
            <a:r>
              <a:rPr lang="en-US" sz="2400" dirty="0">
                <a:latin typeface="Times New Roman" panose="02020603050405020304" pitchFamily="18" charset="0"/>
                <a:cs typeface="Times New Roman" panose="02020603050405020304" pitchFamily="18" charset="0"/>
              </a:rPr>
              <a:t>GSM, Wi-Fi, and wired networks fail in remote areas</a:t>
            </a:r>
          </a:p>
          <a:p>
            <a:pPr>
              <a:lnSpc>
                <a:spcPct val="150000"/>
              </a:lnSpc>
            </a:pPr>
            <a:r>
              <a:rPr lang="en-US" sz="2400" dirty="0">
                <a:latin typeface="Times New Roman" panose="02020603050405020304" pitchFamily="18" charset="0"/>
                <a:cs typeface="Times New Roman" panose="02020603050405020304" pitchFamily="18" charset="0"/>
              </a:rPr>
              <a:t> High power consumption and battery dependency</a:t>
            </a:r>
          </a:p>
          <a:p>
            <a:pPr>
              <a:lnSpc>
                <a:spcPct val="150000"/>
              </a:lnSpc>
            </a:pPr>
            <a:r>
              <a:rPr lang="en-US" sz="2400" dirty="0">
                <a:latin typeface="Times New Roman" panose="02020603050405020304" pitchFamily="18" charset="0"/>
                <a:cs typeface="Times New Roman" panose="02020603050405020304" pitchFamily="18" charset="0"/>
              </a:rPr>
              <a:t> Limited sensor coverage</a:t>
            </a:r>
          </a:p>
          <a:p>
            <a:pPr>
              <a:lnSpc>
                <a:spcPct val="150000"/>
              </a:lnSpc>
            </a:pPr>
            <a:r>
              <a:rPr lang="en-US" sz="2400" dirty="0">
                <a:latin typeface="Times New Roman" panose="02020603050405020304" pitchFamily="18" charset="0"/>
                <a:cs typeface="Times New Roman" panose="02020603050405020304" pitchFamily="18" charset="0"/>
              </a:rPr>
              <a:t> Poor performance during extreme weather</a:t>
            </a:r>
          </a:p>
          <a:p>
            <a:pPr>
              <a:lnSpc>
                <a:spcPct val="150000"/>
              </a:lnSpc>
            </a:pPr>
            <a:r>
              <a:rPr lang="en-US" sz="2400" dirty="0">
                <a:latin typeface="Times New Roman" panose="02020603050405020304" pitchFamily="18" charset="0"/>
                <a:cs typeface="Times New Roman" panose="02020603050405020304" pitchFamily="18" charset="0"/>
              </a:rPr>
              <a:t> No long-range, low-power communication (</a:t>
            </a:r>
            <a:r>
              <a:rPr lang="en-US" sz="2400" dirty="0" err="1">
                <a:latin typeface="Times New Roman" panose="02020603050405020304" pitchFamily="18" charset="0"/>
                <a:cs typeface="Times New Roman" panose="02020603050405020304" pitchFamily="18" charset="0"/>
              </a:rPr>
              <a:t>LoRaWAN</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a:latin typeface="Times New Roman" panose="02020603050405020304" pitchFamily="18" charset="0"/>
                <a:cs typeface="Times New Roman" panose="02020603050405020304" pitchFamily="18" charset="0"/>
              </a:rPr>
              <a:t> Low scalability for large flood-prone areas</a:t>
            </a:r>
          </a:p>
          <a:p>
            <a:pPr>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9792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38100"/>
            <a:ext cx="10972800" cy="1143000"/>
          </a:xfrm>
        </p:spPr>
        <p:txBody>
          <a:bodyPr>
            <a:normAutofit/>
          </a:bodyPr>
          <a:lstStyle/>
          <a:p>
            <a:pPr>
              <a:defRPr/>
            </a:pPr>
            <a:r>
              <a:rPr lang="en-US" sz="4000" b="1" dirty="0">
                <a:latin typeface="Times New Roman" panose="02020603050405020304" pitchFamily="18" charset="0"/>
                <a:cs typeface="Times New Roman" panose="02020603050405020304" pitchFamily="18" charset="0"/>
              </a:rPr>
              <a:t>PROPOSED SYSTEM</a:t>
            </a:r>
          </a:p>
        </p:txBody>
      </p:sp>
      <p:sp>
        <p:nvSpPr>
          <p:cNvPr id="5" name="Content Placeholder 4"/>
          <p:cNvSpPr>
            <a:spLocks noGrp="1"/>
          </p:cNvSpPr>
          <p:nvPr>
            <p:ph idx="1"/>
          </p:nvPr>
        </p:nvSpPr>
        <p:spPr>
          <a:xfrm>
            <a:off x="228600" y="1600200"/>
            <a:ext cx="11353800" cy="4572000"/>
          </a:xfrm>
        </p:spPr>
        <p:txBody>
          <a:bodyPr>
            <a:noAutofit/>
          </a:bodyPr>
          <a:lstStyle/>
          <a:p>
            <a:pPr marL="0" indent="0">
              <a:lnSpc>
                <a:spcPct val="150000"/>
              </a:lnSpc>
              <a:buNone/>
            </a:pPr>
            <a:r>
              <a:rPr lang="en-IN" sz="2400" dirty="0">
                <a:latin typeface="Times New Roman" panose="02020603050405020304" pitchFamily="18" charset="0"/>
                <a:cs typeface="Times New Roman" panose="02020603050405020304" pitchFamily="18" charset="0"/>
              </a:rPr>
              <a:t>AI-driven flood prediction system. Uses LoRa WAN for long-range communication.  Solar-powered for continuous operation. Multiple sensors monitor flood parameters. Arduino UNO collects sensor data. Data sent to cloud using NodeMCU.AI (Python) predicts flood risk. Alerts via buzzer, LED, LCD, GSM, and IoT</a:t>
            </a:r>
            <a:endParaRPr lang="en-US" sz="2400" dirty="0">
              <a:latin typeface="Times New Roman" panose="02020603050405020304"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38100"/>
            <a:ext cx="10972800" cy="1143000"/>
          </a:xfrm>
        </p:spPr>
        <p:txBody>
          <a:bodyPr>
            <a:normAutofit/>
          </a:bodyPr>
          <a:lstStyle/>
          <a:p>
            <a:pPr>
              <a:defRPr/>
            </a:pPr>
            <a:r>
              <a:rPr lang="en-US" sz="4000" b="1" dirty="0">
                <a:latin typeface="Times New Roman" pitchFamily="18" charset="0"/>
                <a:cs typeface="Times New Roman" pitchFamily="18" charset="0"/>
              </a:rPr>
              <a:t>ADVANTAGES OF PROPOSED SYSTEM</a:t>
            </a:r>
          </a:p>
        </p:txBody>
      </p:sp>
      <p:sp>
        <p:nvSpPr>
          <p:cNvPr id="5" name="Content Placeholder 4"/>
          <p:cNvSpPr>
            <a:spLocks noGrp="1"/>
          </p:cNvSpPr>
          <p:nvPr>
            <p:ph idx="1"/>
          </p:nvPr>
        </p:nvSpPr>
        <p:spPr>
          <a:xfrm>
            <a:off x="1066800" y="1295400"/>
            <a:ext cx="10363200" cy="4495800"/>
          </a:xfrm>
        </p:spPr>
        <p:txBody>
          <a:bodyPr>
            <a:noAutofit/>
          </a:bodyPr>
          <a:lstStyle/>
          <a:p>
            <a:pPr>
              <a:lnSpc>
                <a:spcPct val="150000"/>
              </a:lnSpc>
            </a:pPr>
            <a:r>
              <a:rPr lang="en-IN" sz="2000" dirty="0">
                <a:latin typeface="Times New Roman" panose="02020603050405020304" pitchFamily="18" charset="0"/>
                <a:cs typeface="Times New Roman" panose="02020603050405020304" pitchFamily="18" charset="0"/>
              </a:rPr>
              <a:t>Long-range communication using LoRa WAN</a:t>
            </a:r>
          </a:p>
          <a:p>
            <a:pPr>
              <a:lnSpc>
                <a:spcPct val="150000"/>
              </a:lnSpc>
            </a:pPr>
            <a:r>
              <a:rPr lang="en-IN" sz="2000" dirty="0">
                <a:latin typeface="Times New Roman" panose="02020603050405020304" pitchFamily="18" charset="0"/>
                <a:cs typeface="Times New Roman" panose="02020603050405020304" pitchFamily="18" charset="0"/>
              </a:rPr>
              <a:t> Solar-powered with battery backup</a:t>
            </a:r>
          </a:p>
          <a:p>
            <a:pPr>
              <a:lnSpc>
                <a:spcPct val="150000"/>
              </a:lnSpc>
            </a:pPr>
            <a:r>
              <a:rPr lang="en-IN" sz="2000" dirty="0">
                <a:latin typeface="Times New Roman" panose="02020603050405020304" pitchFamily="18" charset="0"/>
                <a:cs typeface="Times New Roman" panose="02020603050405020304" pitchFamily="18" charset="0"/>
              </a:rPr>
              <a:t> Multi-sensor based flood monitoring</a:t>
            </a:r>
          </a:p>
          <a:p>
            <a:pPr>
              <a:lnSpc>
                <a:spcPct val="150000"/>
              </a:lnSpc>
            </a:pPr>
            <a:r>
              <a:rPr lang="en-IN" sz="2000" dirty="0">
                <a:latin typeface="Times New Roman" panose="02020603050405020304" pitchFamily="18" charset="0"/>
                <a:cs typeface="Times New Roman" panose="02020603050405020304" pitchFamily="18" charset="0"/>
              </a:rPr>
              <a:t> AI-based early flood prediction</a:t>
            </a:r>
          </a:p>
          <a:p>
            <a:pPr>
              <a:lnSpc>
                <a:spcPct val="150000"/>
              </a:lnSpc>
            </a:pPr>
            <a:r>
              <a:rPr lang="en-IN" sz="2000" dirty="0">
                <a:latin typeface="Times New Roman" panose="02020603050405020304" pitchFamily="18" charset="0"/>
                <a:cs typeface="Times New Roman" panose="02020603050405020304" pitchFamily="18" charset="0"/>
              </a:rPr>
              <a:t> Real-time cloud monitoring</a:t>
            </a:r>
          </a:p>
          <a:p>
            <a:pPr>
              <a:lnSpc>
                <a:spcPct val="150000"/>
              </a:lnSpc>
            </a:pPr>
            <a:r>
              <a:rPr lang="en-IN" sz="2000" dirty="0">
                <a:latin typeface="Times New Roman" panose="02020603050405020304" pitchFamily="18" charset="0"/>
                <a:cs typeface="Times New Roman" panose="02020603050405020304" pitchFamily="18" charset="0"/>
              </a:rPr>
              <a:t> Multiple alert mechanisms</a:t>
            </a:r>
          </a:p>
          <a:p>
            <a:pPr>
              <a:lnSpc>
                <a:spcPct val="150000"/>
              </a:lnSpc>
            </a:pPr>
            <a:r>
              <a:rPr lang="en-IN" sz="2000" dirty="0">
                <a:latin typeface="Times New Roman" panose="02020603050405020304" pitchFamily="18" charset="0"/>
                <a:cs typeface="Times New Roman" panose="02020603050405020304" pitchFamily="18" charset="0"/>
              </a:rPr>
              <a:t> Reliable during harsh weather</a:t>
            </a: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6663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152400"/>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SYSTEM REQUIREMENTS</a:t>
            </a:r>
            <a:endParaRPr lang="en-IN" sz="40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283110" y="1275735"/>
            <a:ext cx="10287000" cy="5410200"/>
          </a:xfrm>
        </p:spPr>
        <p:txBody>
          <a:bodyPr numCol="2">
            <a:noAutofit/>
          </a:bodyPr>
          <a:lstStyle/>
          <a:p>
            <a:pPr marL="0" indent="0">
              <a:buNone/>
            </a:pPr>
            <a:r>
              <a:rPr lang="en-IN" sz="2400" b="1" dirty="0">
                <a:latin typeface="Times New Roman" panose="02020603050405020304" pitchFamily="18" charset="0"/>
                <a:cs typeface="Times New Roman" panose="02020603050405020304" pitchFamily="18" charset="0"/>
              </a:rPr>
              <a:t>Hardware Requirements</a:t>
            </a:r>
          </a:p>
          <a:p>
            <a:r>
              <a:rPr lang="en-IN" sz="2400" dirty="0">
                <a:latin typeface="Times New Roman" panose="02020603050405020304" pitchFamily="18" charset="0"/>
                <a:cs typeface="Times New Roman" panose="02020603050405020304" pitchFamily="18" charset="0"/>
              </a:rPr>
              <a:t> Arduino UNO</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NodeMCU</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LoRa SX1278 Module</a:t>
            </a:r>
          </a:p>
          <a:p>
            <a:r>
              <a:rPr lang="en-IN" sz="2400" dirty="0">
                <a:latin typeface="Times New Roman" panose="02020603050405020304" pitchFamily="18" charset="0"/>
                <a:cs typeface="Times New Roman" panose="02020603050405020304" pitchFamily="18" charset="0"/>
              </a:rPr>
              <a:t> Rain Drop Sensor</a:t>
            </a:r>
          </a:p>
          <a:p>
            <a:r>
              <a:rPr lang="en-IN" sz="2400" dirty="0">
                <a:latin typeface="Times New Roman" panose="02020603050405020304" pitchFamily="18" charset="0"/>
                <a:cs typeface="Times New Roman" panose="02020603050405020304" pitchFamily="18" charset="0"/>
              </a:rPr>
              <a:t> Ultrasonic Sensor</a:t>
            </a:r>
          </a:p>
          <a:p>
            <a:r>
              <a:rPr lang="en-IN" sz="2400" dirty="0">
                <a:latin typeface="Times New Roman" panose="02020603050405020304" pitchFamily="18" charset="0"/>
                <a:cs typeface="Times New Roman" panose="02020603050405020304" pitchFamily="18" charset="0"/>
              </a:rPr>
              <a:t> Pressure Sensor</a:t>
            </a:r>
          </a:p>
          <a:p>
            <a:r>
              <a:rPr lang="en-IN" sz="2400" dirty="0">
                <a:latin typeface="Times New Roman" panose="02020603050405020304" pitchFamily="18" charset="0"/>
                <a:cs typeface="Times New Roman" panose="02020603050405020304" pitchFamily="18" charset="0"/>
              </a:rPr>
              <a:t> Flow Sensor</a:t>
            </a:r>
          </a:p>
          <a:p>
            <a:r>
              <a:rPr lang="en-IN" sz="2400" dirty="0">
                <a:latin typeface="Times New Roman" panose="02020603050405020304" pitchFamily="18" charset="0"/>
                <a:cs typeface="Times New Roman" panose="02020603050405020304" pitchFamily="18" charset="0"/>
              </a:rPr>
              <a:t> DHT11 Sensor</a:t>
            </a:r>
          </a:p>
          <a:p>
            <a:r>
              <a:rPr lang="en-IN" sz="2400" dirty="0">
                <a:latin typeface="Times New Roman" panose="02020603050405020304" pitchFamily="18" charset="0"/>
                <a:cs typeface="Times New Roman" panose="02020603050405020304" pitchFamily="18" charset="0"/>
              </a:rPr>
              <a:t>GSM Module</a:t>
            </a:r>
          </a:p>
          <a:p>
            <a:r>
              <a:rPr lang="en-IN" sz="2400" dirty="0">
                <a:latin typeface="Times New Roman" panose="02020603050405020304" pitchFamily="18" charset="0"/>
                <a:cs typeface="Times New Roman" panose="02020603050405020304" pitchFamily="18" charset="0"/>
              </a:rPr>
              <a:t> Buzzer</a:t>
            </a:r>
          </a:p>
          <a:p>
            <a:r>
              <a:rPr lang="en-IN" sz="2400" dirty="0">
                <a:latin typeface="Times New Roman" panose="02020603050405020304" pitchFamily="18" charset="0"/>
                <a:cs typeface="Times New Roman" panose="02020603050405020304" pitchFamily="18" charset="0"/>
              </a:rPr>
              <a:t> Solar Panel (9V)</a:t>
            </a:r>
          </a:p>
          <a:p>
            <a:r>
              <a:rPr lang="en-IN" sz="2400" dirty="0">
                <a:latin typeface="Times New Roman" panose="02020603050405020304" pitchFamily="18" charset="0"/>
                <a:cs typeface="Times New Roman" panose="02020603050405020304" pitchFamily="18" charset="0"/>
              </a:rPr>
              <a:t> Power Supply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6A5FD-EA38-606F-C77D-52B58B90907A}"/>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Hardware Requirements</a:t>
            </a:r>
          </a:p>
        </p:txBody>
      </p:sp>
      <p:sp>
        <p:nvSpPr>
          <p:cNvPr id="4" name="TextBox 3">
            <a:extLst>
              <a:ext uri="{FF2B5EF4-FFF2-40B4-BE49-F238E27FC236}">
                <a16:creationId xmlns:a16="http://schemas.microsoft.com/office/drawing/2014/main" id="{A5457AE3-CD13-26F3-DAC7-B794FB08C5A9}"/>
              </a:ext>
            </a:extLst>
          </p:cNvPr>
          <p:cNvSpPr txBox="1"/>
          <p:nvPr/>
        </p:nvSpPr>
        <p:spPr>
          <a:xfrm>
            <a:off x="1371600" y="1446299"/>
            <a:ext cx="9525000" cy="4524315"/>
          </a:xfrm>
          <a:prstGeom prst="rect">
            <a:avLst/>
          </a:prstGeom>
          <a:noFill/>
        </p:spPr>
        <p:txBody>
          <a:bodyPr wrap="square">
            <a:spAutoFit/>
          </a:bodyPr>
          <a:lstStyle/>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Arduino UNO</a:t>
            </a:r>
            <a:r>
              <a:rPr lang="en-IN" sz="2400" dirty="0">
                <a:latin typeface="Times New Roman" panose="02020603050405020304" pitchFamily="18" charset="0"/>
                <a:cs typeface="Times New Roman" panose="02020603050405020304" pitchFamily="18" charset="0"/>
              </a:rPr>
              <a:t> – Main controller for sensor data collection</a:t>
            </a:r>
          </a:p>
          <a:p>
            <a:pPr marL="285750" indent="-285750">
              <a:buFont typeface="Wingdings" panose="05000000000000000000" pitchFamily="2" charset="2"/>
              <a:buChar char="v"/>
            </a:pPr>
            <a:r>
              <a:rPr lang="en-IN" sz="2400" b="1" dirty="0" err="1">
                <a:latin typeface="Times New Roman" panose="02020603050405020304" pitchFamily="18" charset="0"/>
                <a:cs typeface="Times New Roman" panose="02020603050405020304" pitchFamily="18" charset="0"/>
              </a:rPr>
              <a:t>NodeMCU</a:t>
            </a:r>
            <a:r>
              <a:rPr lang="en-IN" sz="2400" b="1" dirty="0">
                <a:latin typeface="Times New Roman" panose="02020603050405020304" pitchFamily="18" charset="0"/>
                <a:cs typeface="Times New Roman" panose="02020603050405020304" pitchFamily="18" charset="0"/>
              </a:rPr>
              <a:t> (ESP8266)</a:t>
            </a:r>
            <a:r>
              <a:rPr lang="en-IN" sz="2400" dirty="0">
                <a:latin typeface="Times New Roman" panose="02020603050405020304" pitchFamily="18" charset="0"/>
                <a:cs typeface="Times New Roman" panose="02020603050405020304" pitchFamily="18" charset="0"/>
              </a:rPr>
              <a:t> – Wi-Fi connectivity and cloud communication</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LoRa SX1278 Module</a:t>
            </a:r>
            <a:r>
              <a:rPr lang="en-IN" sz="2400" dirty="0">
                <a:latin typeface="Times New Roman" panose="02020603050405020304" pitchFamily="18" charset="0"/>
                <a:cs typeface="Times New Roman" panose="02020603050405020304" pitchFamily="18" charset="0"/>
              </a:rPr>
              <a:t> – Long-range, low-power data transmission</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Rain Drop Sensor</a:t>
            </a:r>
            <a:r>
              <a:rPr lang="en-IN" sz="2400" dirty="0">
                <a:latin typeface="Times New Roman" panose="02020603050405020304" pitchFamily="18" charset="0"/>
                <a:cs typeface="Times New Roman" panose="02020603050405020304" pitchFamily="18" charset="0"/>
              </a:rPr>
              <a:t> – Detects rainfall intensity</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Ultrasonic Sensor</a:t>
            </a:r>
            <a:r>
              <a:rPr lang="en-IN" sz="2400" dirty="0">
                <a:latin typeface="Times New Roman" panose="02020603050405020304" pitchFamily="18" charset="0"/>
                <a:cs typeface="Times New Roman" panose="02020603050405020304" pitchFamily="18" charset="0"/>
              </a:rPr>
              <a:t> – Measures water level</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Pressure Sensor</a:t>
            </a:r>
            <a:r>
              <a:rPr lang="en-IN" sz="2400" dirty="0">
                <a:latin typeface="Times New Roman" panose="02020603050405020304" pitchFamily="18" charset="0"/>
                <a:cs typeface="Times New Roman" panose="02020603050405020304" pitchFamily="18" charset="0"/>
              </a:rPr>
              <a:t> – Monitors water pressure</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Flow Sensor</a:t>
            </a:r>
            <a:r>
              <a:rPr lang="en-IN" sz="2400" dirty="0">
                <a:latin typeface="Times New Roman" panose="02020603050405020304" pitchFamily="18" charset="0"/>
                <a:cs typeface="Times New Roman" panose="02020603050405020304" pitchFamily="18" charset="0"/>
              </a:rPr>
              <a:t> – Measures water flow rate</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DHT11 Sensor</a:t>
            </a:r>
            <a:r>
              <a:rPr lang="en-IN" sz="2400" dirty="0">
                <a:latin typeface="Times New Roman" panose="02020603050405020304" pitchFamily="18" charset="0"/>
                <a:cs typeface="Times New Roman" panose="02020603050405020304" pitchFamily="18" charset="0"/>
              </a:rPr>
              <a:t> – Measures temperature and humidity</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GSM Module</a:t>
            </a:r>
            <a:r>
              <a:rPr lang="en-IN" sz="2400" dirty="0">
                <a:latin typeface="Times New Roman" panose="02020603050405020304" pitchFamily="18" charset="0"/>
                <a:cs typeface="Times New Roman" panose="02020603050405020304" pitchFamily="18" charset="0"/>
              </a:rPr>
              <a:t> – Sends SMS flood alerts</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Buzzer</a:t>
            </a:r>
            <a:r>
              <a:rPr lang="en-IN" sz="2400" dirty="0">
                <a:latin typeface="Times New Roman" panose="02020603050405020304" pitchFamily="18" charset="0"/>
                <a:cs typeface="Times New Roman" panose="02020603050405020304" pitchFamily="18" charset="0"/>
              </a:rPr>
              <a:t> – Local warning alarm</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Solar Panel (9V)</a:t>
            </a:r>
            <a:r>
              <a:rPr lang="en-IN" sz="2400" dirty="0">
                <a:latin typeface="Times New Roman" panose="02020603050405020304" pitchFamily="18" charset="0"/>
                <a:cs typeface="Times New Roman" panose="02020603050405020304" pitchFamily="18" charset="0"/>
              </a:rPr>
              <a:t> – Renewable power source</a:t>
            </a:r>
          </a:p>
          <a:p>
            <a:pPr marL="285750" indent="-285750">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Power Supply</a:t>
            </a:r>
            <a:r>
              <a:rPr lang="en-IN" sz="2400" dirty="0">
                <a:latin typeface="Times New Roman" panose="02020603050405020304" pitchFamily="18" charset="0"/>
                <a:cs typeface="Times New Roman" panose="02020603050405020304" pitchFamily="18" charset="0"/>
              </a:rPr>
              <a:t> – Provides regulated voltage</a:t>
            </a:r>
          </a:p>
        </p:txBody>
      </p:sp>
    </p:spTree>
    <p:extLst>
      <p:ext uri="{BB962C8B-B14F-4D97-AF65-F5344CB8AC3E}">
        <p14:creationId xmlns:p14="http://schemas.microsoft.com/office/powerpoint/2010/main" val="2445228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D5CCB-4CE1-EAC7-39A0-0F8054235B2C}"/>
              </a:ext>
            </a:extLst>
          </p:cNvPr>
          <p:cNvSpPr>
            <a:spLocks noGrp="1"/>
          </p:cNvSpPr>
          <p:nvPr>
            <p:ph type="title"/>
          </p:nvPr>
        </p:nvSpPr>
        <p:spPr/>
        <p:txBody>
          <a:bodyPr>
            <a:normAutofit/>
          </a:bodyPr>
          <a:lstStyle/>
          <a:p>
            <a:pPr>
              <a:lnSpc>
                <a:spcPct val="150000"/>
              </a:lnSpc>
            </a:pPr>
            <a:r>
              <a:rPr lang="en-US" sz="4000" b="1" dirty="0">
                <a:latin typeface="Times New Roman" pitchFamily="18" charset="0"/>
                <a:cs typeface="Times New Roman" pitchFamily="18" charset="0"/>
              </a:rPr>
              <a:t>SOFTWARE REQUIREMENTS</a:t>
            </a:r>
            <a:endParaRPr lang="en-IN" sz="4000" dirty="0"/>
          </a:p>
        </p:txBody>
      </p:sp>
      <p:sp>
        <p:nvSpPr>
          <p:cNvPr id="4" name="TextBox 3">
            <a:extLst>
              <a:ext uri="{FF2B5EF4-FFF2-40B4-BE49-F238E27FC236}">
                <a16:creationId xmlns:a16="http://schemas.microsoft.com/office/drawing/2014/main" id="{198E2D17-33F5-170B-2CE4-F2BB1690D61E}"/>
              </a:ext>
            </a:extLst>
          </p:cNvPr>
          <p:cNvSpPr txBox="1"/>
          <p:nvPr/>
        </p:nvSpPr>
        <p:spPr>
          <a:xfrm>
            <a:off x="1447800" y="2057400"/>
            <a:ext cx="9753600" cy="1569660"/>
          </a:xfrm>
          <a:prstGeom prst="rect">
            <a:avLst/>
          </a:prstGeom>
          <a:noFill/>
        </p:spPr>
        <p:txBody>
          <a:bodyPr wrap="square">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Arduino IDE</a:t>
            </a:r>
            <a:r>
              <a:rPr lang="en-US" sz="2400" dirty="0">
                <a:latin typeface="Times New Roman" panose="02020603050405020304" pitchFamily="18" charset="0"/>
                <a:cs typeface="Times New Roman" panose="02020603050405020304" pitchFamily="18" charset="0"/>
              </a:rPr>
              <a:t> – Used to write, compile, and upload code to Arduino UNO and Node MCU</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Embedded C</a:t>
            </a:r>
            <a:r>
              <a:rPr lang="en-US" sz="2400" dirty="0">
                <a:latin typeface="Times New Roman" panose="02020603050405020304" pitchFamily="18" charset="0"/>
                <a:cs typeface="Times New Roman" panose="02020603050405020304" pitchFamily="18" charset="0"/>
              </a:rPr>
              <a:t> – Programming language used to control sensors, communication modules, and alerts</a:t>
            </a:r>
          </a:p>
        </p:txBody>
      </p:sp>
    </p:spTree>
    <p:extLst>
      <p:ext uri="{BB962C8B-B14F-4D97-AF65-F5344CB8AC3E}">
        <p14:creationId xmlns:p14="http://schemas.microsoft.com/office/powerpoint/2010/main" val="4226050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38100"/>
            <a:ext cx="10972800" cy="952500"/>
          </a:xfrm>
        </p:spPr>
        <p:txBody>
          <a:bodyPr>
            <a:normAutofit fontScale="90000"/>
          </a:bodyPr>
          <a:lstStyle/>
          <a:p>
            <a:pPr>
              <a:defRPr/>
            </a:pPr>
            <a:r>
              <a:rPr lang="en-US" sz="4000" b="1" dirty="0">
                <a:latin typeface="Times New Roman" pitchFamily="18" charset="0"/>
                <a:cs typeface="Times New Roman" pitchFamily="18" charset="0"/>
              </a:rPr>
              <a:t>SYSTEM ARCHITECTURE</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                        </a:t>
            </a:r>
            <a:r>
              <a:rPr lang="en-US" sz="3600" b="1" dirty="0">
                <a:latin typeface="Times New Roman" pitchFamily="18" charset="0"/>
                <a:cs typeface="Times New Roman" pitchFamily="18" charset="0"/>
              </a:rPr>
              <a:t>  -Transmitter</a:t>
            </a:r>
          </a:p>
        </p:txBody>
      </p:sp>
      <p:pic>
        <p:nvPicPr>
          <p:cNvPr id="5" name="Picture 4">
            <a:extLst>
              <a:ext uri="{FF2B5EF4-FFF2-40B4-BE49-F238E27FC236}">
                <a16:creationId xmlns:a16="http://schemas.microsoft.com/office/drawing/2014/main" id="{E6DA70DF-BC57-40F4-2C65-E4A1EF9DC9B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61026" y="1295400"/>
            <a:ext cx="7069948" cy="518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B25AE-63AA-9007-1D64-690402BCE2C8}"/>
              </a:ext>
            </a:extLst>
          </p:cNvPr>
          <p:cNvSpPr>
            <a:spLocks noGrp="1"/>
          </p:cNvSpPr>
          <p:nvPr>
            <p:ph type="title"/>
          </p:nvPr>
        </p:nvSpPr>
        <p:spPr/>
        <p:txBody>
          <a:bodyPr>
            <a:normAutofit fontScale="90000"/>
          </a:bodyPr>
          <a:lstStyle/>
          <a:p>
            <a:r>
              <a:rPr lang="en-US" b="1" dirty="0">
                <a:latin typeface="Times New Roman" pitchFamily="18" charset="0"/>
                <a:cs typeface="Times New Roman" pitchFamily="18" charset="0"/>
              </a:rPr>
              <a:t>SYSTEM ARCHITECTURE</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                          </a:t>
            </a:r>
            <a:r>
              <a:rPr lang="en-US" sz="3600" b="1" dirty="0">
                <a:latin typeface="Times New Roman" pitchFamily="18" charset="0"/>
                <a:cs typeface="Times New Roman" pitchFamily="18" charset="0"/>
              </a:rPr>
              <a:t>-Receiver</a:t>
            </a:r>
            <a:endParaRPr lang="en-IN" sz="3600" dirty="0"/>
          </a:p>
        </p:txBody>
      </p:sp>
      <p:pic>
        <p:nvPicPr>
          <p:cNvPr id="4" name="Picture 3" descr="A diagram of a circuit board&#10;&#10;AI-generated content may be incorrect.">
            <a:extLst>
              <a:ext uri="{FF2B5EF4-FFF2-40B4-BE49-F238E27FC236}">
                <a16:creationId xmlns:a16="http://schemas.microsoft.com/office/drawing/2014/main" id="{287C2C18-02F6-A6EF-467C-82E171C9A5D0}"/>
              </a:ext>
            </a:extLst>
          </p:cNvPr>
          <p:cNvPicPr>
            <a:picLocks noChangeAspect="1"/>
          </p:cNvPicPr>
          <p:nvPr/>
        </p:nvPicPr>
        <p:blipFill>
          <a:blip r:embed="rId2"/>
          <a:stretch>
            <a:fillRect/>
          </a:stretch>
        </p:blipFill>
        <p:spPr>
          <a:xfrm>
            <a:off x="3809999" y="1601422"/>
            <a:ext cx="5848847" cy="4675950"/>
          </a:xfrm>
          <a:prstGeom prst="rect">
            <a:avLst/>
          </a:prstGeom>
        </p:spPr>
      </p:pic>
    </p:spTree>
    <p:extLst>
      <p:ext uri="{BB962C8B-B14F-4D97-AF65-F5344CB8AC3E}">
        <p14:creationId xmlns:p14="http://schemas.microsoft.com/office/powerpoint/2010/main" val="71683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17501-EFCF-53C2-D86C-4ECADB363C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61F73C-1859-0F50-C61B-22C18AD12DB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MODULES</a:t>
            </a: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1846CAC-C846-F6AB-E38E-DD38E14FE778}"/>
              </a:ext>
            </a:extLst>
          </p:cNvPr>
          <p:cNvSpPr>
            <a:spLocks noGrp="1"/>
          </p:cNvSpPr>
          <p:nvPr>
            <p:ph idx="1"/>
          </p:nvPr>
        </p:nvSpPr>
        <p:spPr>
          <a:xfrm>
            <a:off x="604284" y="1389285"/>
            <a:ext cx="10972800" cy="4525963"/>
          </a:xfrm>
        </p:spPr>
        <p:txBody>
          <a:bodyPr>
            <a:noAutofit/>
          </a:bodyPr>
          <a:lstStyle/>
          <a:p>
            <a:r>
              <a:rPr lang="en-US" sz="2400" b="1" dirty="0">
                <a:latin typeface="Times New Roman" panose="02020603050405020304" pitchFamily="18" charset="0"/>
                <a:cs typeface="Times New Roman" panose="02020603050405020304" pitchFamily="18" charset="0"/>
              </a:rPr>
              <a:t>Sensor Data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module collects real-time data like water level, rainfall, pressure, humidity, temperature, and water flow.</a:t>
            </a:r>
          </a:p>
          <a:p>
            <a:r>
              <a:rPr lang="en-US" sz="2400" b="1" dirty="0">
                <a:latin typeface="Times New Roman" panose="02020603050405020304" pitchFamily="18" charset="0"/>
                <a:cs typeface="Times New Roman" panose="02020603050405020304" pitchFamily="18" charset="0"/>
              </a:rPr>
              <a:t>Embedded Control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is the brain of the system. It reads the sensor data, filters it, and sends it for transmission. It also controls alarms like buzzers, LEDs, and LCDs, and connects with LoRa, GPS, and GSM.</a:t>
            </a:r>
          </a:p>
          <a:p>
            <a:r>
              <a:rPr lang="en-US" sz="2400" b="1" dirty="0">
                <a:latin typeface="Times New Roman" panose="02020603050405020304" pitchFamily="18" charset="0"/>
                <a:cs typeface="Times New Roman" panose="02020603050405020304" pitchFamily="18" charset="0"/>
              </a:rPr>
              <a:t>LoRa WAN Communication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module sends data over long distances (2–10 km) using very little power. It works even in remote areas and does not need mobile network coverage.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041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BBD62-FC25-7A94-6893-702BC35B9D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259DF1-CF33-3FA7-45A6-7A859BF4CA8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MODULES</a:t>
            </a: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30336C4-9AB8-5CC9-CC37-58387C2AEFBD}"/>
              </a:ext>
            </a:extLst>
          </p:cNvPr>
          <p:cNvSpPr>
            <a:spLocks noGrp="1"/>
          </p:cNvSpPr>
          <p:nvPr>
            <p:ph idx="1"/>
          </p:nvPr>
        </p:nvSpPr>
        <p:spPr>
          <a:xfrm>
            <a:off x="604284" y="1389285"/>
            <a:ext cx="10972800" cy="4525963"/>
          </a:xfrm>
        </p:spPr>
        <p:txBody>
          <a:bodyPr>
            <a:noAutofit/>
          </a:bodyPr>
          <a:lstStyle/>
          <a:p>
            <a:r>
              <a:rPr lang="en-US" sz="2400" b="1" dirty="0">
                <a:latin typeface="Times New Roman" panose="02020603050405020304" pitchFamily="18" charset="0"/>
                <a:cs typeface="Times New Roman" panose="02020603050405020304" pitchFamily="18" charset="0"/>
              </a:rPr>
              <a:t>AI/ML Prediction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module uses historical and real-time sensor data to predict the chance of a flood before it happens. It can detect sudden changes like rapid water rise, heavy rainfall, or drops in pressure, and sends alerts with risk levels.</a:t>
            </a:r>
          </a:p>
          <a:p>
            <a:r>
              <a:rPr lang="en-US" sz="2400" b="1" dirty="0">
                <a:latin typeface="Times New Roman" panose="02020603050405020304" pitchFamily="18" charset="0"/>
                <a:cs typeface="Times New Roman" panose="02020603050405020304" pitchFamily="18" charset="0"/>
              </a:rPr>
              <a:t>Central Monitoring Dashboard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module shows real-time graphs, sensor readings, predictions, GPS location, and alert history. It helps authorities make quick decisions and is useful for managing disasters and studying long-term flood patterns.</a:t>
            </a:r>
          </a:p>
          <a:p>
            <a:pPr algn="just">
              <a:lnSpc>
                <a:spcPct val="150000"/>
              </a:lnSpc>
              <a:spcAft>
                <a:spcPts val="1000"/>
              </a:spcAft>
              <a:buFont typeface="Wingdings" panose="05000000000000000000" pitchFamily="2" charset="2"/>
              <a:buChar char="v"/>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3567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64CDA-8D4C-1EEA-903A-BD150B109D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56E5FD-DC52-A39B-346B-866A5279A71C}"/>
              </a:ext>
            </a:extLst>
          </p:cNvPr>
          <p:cNvSpPr>
            <a:spLocks noGrp="1"/>
          </p:cNvSpPr>
          <p:nvPr>
            <p:ph type="title"/>
          </p:nvPr>
        </p:nvSpPr>
        <p:spPr>
          <a:xfrm>
            <a:off x="605613" y="152400"/>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ALGORITHM</a:t>
            </a: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C488288-72C3-37BE-AD92-7ACB76BFC04C}"/>
              </a:ext>
            </a:extLst>
          </p:cNvPr>
          <p:cNvSpPr>
            <a:spLocks noGrp="1"/>
          </p:cNvSpPr>
          <p:nvPr>
            <p:ph idx="1"/>
          </p:nvPr>
        </p:nvSpPr>
        <p:spPr>
          <a:xfrm>
            <a:off x="1295400" y="1143000"/>
            <a:ext cx="9372600" cy="5715000"/>
          </a:xfrm>
        </p:spPr>
        <p:txBody>
          <a:bodyPr>
            <a:noAutofit/>
          </a:bodyPr>
          <a:lstStyle/>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Initialize sensors , LoRa, GSM, GPS , and solar unit.</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Acquire real-time environmental data.</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Preprocess and normalize sensor readings.</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Transmit data via LoRa to Node MCU.</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Upload data to cloud IoT platform.</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Apply python ML model for flood prediction.</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Classify output into safe / Alert / Danger.</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Trigger GSM , LED, buzzer , and cloud alerts.</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Continuously repeat monitoring cycle.</a:t>
            </a:r>
          </a:p>
          <a:p>
            <a:pPr marL="0" indent="0" algn="just">
              <a:lnSpc>
                <a:spcPct val="150000"/>
              </a:lnSpc>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353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83FB6-E7B5-1AAE-4588-4A153C80B6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D1735B-BF10-B277-7753-F9B019DA6549}"/>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CLASS DIAGRAM</a:t>
            </a:r>
            <a:endParaRPr lang="en-IN" sz="3200" b="1" dirty="0">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C1990995-D5D7-2EB4-77D9-0A3D922945BA}"/>
              </a:ext>
            </a:extLst>
          </p:cNvPr>
          <p:cNvSpPr>
            <a:spLocks noChangeArrowheads="1"/>
          </p:cNvSpPr>
          <p:nvPr/>
        </p:nvSpPr>
        <p:spPr bwMode="auto">
          <a:xfrm>
            <a:off x="3048000" y="2209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pic>
        <p:nvPicPr>
          <p:cNvPr id="7" name="Picture 6">
            <a:extLst>
              <a:ext uri="{FF2B5EF4-FFF2-40B4-BE49-F238E27FC236}">
                <a16:creationId xmlns:a16="http://schemas.microsoft.com/office/drawing/2014/main" id="{4D91DBF4-B98F-681B-5667-7B8B9AC02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490" y="1143000"/>
            <a:ext cx="10291020" cy="5410195"/>
          </a:xfrm>
          <a:prstGeom prst="rect">
            <a:avLst/>
          </a:prstGeom>
        </p:spPr>
      </p:pic>
    </p:spTree>
    <p:extLst>
      <p:ext uri="{BB962C8B-B14F-4D97-AF65-F5344CB8AC3E}">
        <p14:creationId xmlns:p14="http://schemas.microsoft.com/office/powerpoint/2010/main" val="2009159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A1F11-9AA7-190D-4D73-1BD34A964A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356DE7-4ADD-7C60-CC0A-FC7B6A79B04F}"/>
              </a:ext>
            </a:extLst>
          </p:cNvPr>
          <p:cNvSpPr>
            <a:spLocks noGrp="1"/>
          </p:cNvSpPr>
          <p:nvPr>
            <p:ph type="title"/>
          </p:nvPr>
        </p:nvSpPr>
        <p:spPr>
          <a:xfrm>
            <a:off x="224742" y="274638"/>
            <a:ext cx="11742516" cy="1143000"/>
          </a:xfrm>
        </p:spPr>
        <p:txBody>
          <a:bodyPr>
            <a:normAutofit/>
          </a:bodyPr>
          <a:lstStyle/>
          <a:p>
            <a:r>
              <a:rPr lang="en-US" b="1" dirty="0">
                <a:latin typeface="Times New Roman" panose="02020603050405020304" pitchFamily="18" charset="0"/>
                <a:cs typeface="Times New Roman" panose="02020603050405020304" pitchFamily="18" charset="0"/>
              </a:rPr>
              <a:t>USE CASE DIAGRAM </a:t>
            </a:r>
            <a:endParaRPr lang="en-IN" sz="40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DF580C3E-04CD-2D11-C287-9B8DD8E0C87A}"/>
              </a:ext>
            </a:extLst>
          </p:cNvPr>
          <p:cNvPicPr>
            <a:picLocks noGrp="1" noChangeAspect="1"/>
          </p:cNvPicPr>
          <p:nvPr>
            <p:ph idx="1"/>
          </p:nvPr>
        </p:nvPicPr>
        <p:blipFill>
          <a:blip r:embed="rId2"/>
          <a:stretch>
            <a:fillRect/>
          </a:stretch>
        </p:blipFill>
        <p:spPr>
          <a:xfrm>
            <a:off x="1730046" y="1600200"/>
            <a:ext cx="8731908" cy="4525963"/>
          </a:xfrm>
          <a:prstGeom prst="rect">
            <a:avLst/>
          </a:prstGeom>
        </p:spPr>
      </p:pic>
    </p:spTree>
    <p:extLst>
      <p:ext uri="{BB962C8B-B14F-4D97-AF65-F5344CB8AC3E}">
        <p14:creationId xmlns:p14="http://schemas.microsoft.com/office/powerpoint/2010/main" val="790786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140FB-C6E7-3A7D-FC50-ADC9872EE3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9DB0A9-7182-D836-6B1A-129C2EC8D00A}"/>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USE CASE DIAGRAM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54C817-51F6-9AEE-1B53-2EBAEDB96DB3}"/>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957A058B-E4E2-5A31-17BD-99773A3F9DA9}"/>
              </a:ext>
            </a:extLst>
          </p:cNvPr>
          <p:cNvPicPr>
            <a:picLocks noChangeAspect="1"/>
          </p:cNvPicPr>
          <p:nvPr/>
        </p:nvPicPr>
        <p:blipFill>
          <a:blip r:embed="rId2"/>
          <a:stretch>
            <a:fillRect/>
          </a:stretch>
        </p:blipFill>
        <p:spPr>
          <a:xfrm>
            <a:off x="381000" y="1066801"/>
            <a:ext cx="11353800" cy="5267730"/>
          </a:xfrm>
          <a:prstGeom prst="rect">
            <a:avLst/>
          </a:prstGeom>
        </p:spPr>
      </p:pic>
    </p:spTree>
    <p:extLst>
      <p:ext uri="{BB962C8B-B14F-4D97-AF65-F5344CB8AC3E}">
        <p14:creationId xmlns:p14="http://schemas.microsoft.com/office/powerpoint/2010/main" val="2675862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9399B-E559-16FF-11D7-252B720481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DB83D7-B6C9-2815-F925-11EEE8887437}"/>
              </a:ext>
            </a:extLst>
          </p:cNvPr>
          <p:cNvSpPr>
            <a:spLocks noGrp="1"/>
          </p:cNvSpPr>
          <p:nvPr>
            <p:ph type="title"/>
          </p:nvPr>
        </p:nvSpPr>
        <p:spPr>
          <a:xfrm>
            <a:off x="609600" y="0"/>
            <a:ext cx="10972800" cy="1066800"/>
          </a:xfrm>
        </p:spPr>
        <p:txBody>
          <a:bodyPr>
            <a:normAutofit/>
          </a:bodyPr>
          <a:lstStyle/>
          <a:p>
            <a:r>
              <a:rPr lang="en-US" sz="3600" b="1" dirty="0">
                <a:latin typeface="Times New Roman" panose="02020603050405020304" pitchFamily="18" charset="0"/>
                <a:cs typeface="Times New Roman" panose="02020603050405020304" pitchFamily="18" charset="0"/>
              </a:rPr>
              <a:t>SEQUENCE DIAGRAM</a:t>
            </a:r>
            <a:endParaRPr lang="en-IN" sz="3600" b="1" dirty="0">
              <a:latin typeface="Times New Roman" panose="02020603050405020304" pitchFamily="18" charset="0"/>
              <a:cs typeface="Times New Roman" panose="02020603050405020304" pitchFamily="18" charset="0"/>
            </a:endParaRPr>
          </a:p>
        </p:txBody>
      </p:sp>
      <p:sp>
        <p:nvSpPr>
          <p:cNvPr id="3" name="Rectangle 85">
            <a:extLst>
              <a:ext uri="{FF2B5EF4-FFF2-40B4-BE49-F238E27FC236}">
                <a16:creationId xmlns:a16="http://schemas.microsoft.com/office/drawing/2014/main" id="{48650DAF-D4E7-3D3D-09EC-107F8BF5724F}"/>
              </a:ext>
            </a:extLst>
          </p:cNvPr>
          <p:cNvSpPr>
            <a:spLocks noChangeArrowheads="1"/>
          </p:cNvSpPr>
          <p:nvPr/>
        </p:nvSpPr>
        <p:spPr bwMode="auto">
          <a:xfrm>
            <a:off x="1895305" y="838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9" name="Picture 88">
            <a:extLst>
              <a:ext uri="{FF2B5EF4-FFF2-40B4-BE49-F238E27FC236}">
                <a16:creationId xmlns:a16="http://schemas.microsoft.com/office/drawing/2014/main" id="{2E5C8AFC-B714-C2EB-59E3-A0B73AD00582}"/>
              </a:ext>
            </a:extLst>
          </p:cNvPr>
          <p:cNvPicPr>
            <a:picLocks noChangeAspect="1"/>
          </p:cNvPicPr>
          <p:nvPr/>
        </p:nvPicPr>
        <p:blipFill>
          <a:blip r:embed="rId2"/>
          <a:stretch>
            <a:fillRect/>
          </a:stretch>
        </p:blipFill>
        <p:spPr>
          <a:xfrm>
            <a:off x="1428098" y="838200"/>
            <a:ext cx="9335803" cy="5382014"/>
          </a:xfrm>
          <a:prstGeom prst="rect">
            <a:avLst/>
          </a:prstGeom>
        </p:spPr>
      </p:pic>
    </p:spTree>
    <p:extLst>
      <p:ext uri="{BB962C8B-B14F-4D97-AF65-F5344CB8AC3E}">
        <p14:creationId xmlns:p14="http://schemas.microsoft.com/office/powerpoint/2010/main" val="875359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10F5B-CCF8-6C96-47EB-41474F278E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FD1B82-8C77-9EF2-2151-4492924EEF08}"/>
              </a:ext>
            </a:extLst>
          </p:cNvPr>
          <p:cNvSpPr>
            <a:spLocks noGrp="1"/>
          </p:cNvSpPr>
          <p:nvPr>
            <p:ph type="title"/>
          </p:nvPr>
        </p:nvSpPr>
        <p:spPr>
          <a:xfrm>
            <a:off x="609600" y="0"/>
            <a:ext cx="10972800" cy="1371600"/>
          </a:xfrm>
        </p:spPr>
        <p:txBody>
          <a:bodyPr>
            <a:normAutofit/>
          </a:bodyPr>
          <a:lstStyle/>
          <a:p>
            <a:r>
              <a:rPr lang="en-US" sz="4000" b="1" dirty="0">
                <a:latin typeface="Times New Roman" panose="02020603050405020304" pitchFamily="18" charset="0"/>
                <a:cs typeface="Times New Roman" panose="02020603050405020304" pitchFamily="18" charset="0"/>
              </a:rPr>
              <a:t>ACTIVITY DIAGRAM </a:t>
            </a:r>
            <a:endParaRPr lang="en-IN" sz="40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90103A5-BF18-8D99-06E9-8A1790F4C1BA}"/>
              </a:ext>
            </a:extLst>
          </p:cNvPr>
          <p:cNvPicPr>
            <a:picLocks noGrp="1" noChangeAspect="1"/>
          </p:cNvPicPr>
          <p:nvPr>
            <p:ph idx="1"/>
          </p:nvPr>
        </p:nvPicPr>
        <p:blipFill>
          <a:blip r:embed="rId2"/>
          <a:stretch>
            <a:fillRect/>
          </a:stretch>
        </p:blipFill>
        <p:spPr>
          <a:xfrm>
            <a:off x="4560722" y="914400"/>
            <a:ext cx="3973678" cy="5211763"/>
          </a:xfrm>
          <a:prstGeom prst="rect">
            <a:avLst/>
          </a:prstGeom>
        </p:spPr>
      </p:pic>
    </p:spTree>
    <p:extLst>
      <p:ext uri="{BB962C8B-B14F-4D97-AF65-F5344CB8AC3E}">
        <p14:creationId xmlns:p14="http://schemas.microsoft.com/office/powerpoint/2010/main" val="1008079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F9B0E-7158-D695-DC08-AC6E9BC651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7AE1F9-58D0-4770-C287-1327FED87AA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DEPLOYMENT DIAGRAM</a:t>
            </a:r>
            <a:endParaRPr lang="en-IN" sz="4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F74D99A-7EC1-EA77-421D-19B28065712C}"/>
              </a:ext>
            </a:extLst>
          </p:cNvPr>
          <p:cNvPicPr>
            <a:picLocks noChangeAspect="1"/>
          </p:cNvPicPr>
          <p:nvPr/>
        </p:nvPicPr>
        <p:blipFill>
          <a:blip r:embed="rId2"/>
          <a:stretch>
            <a:fillRect/>
          </a:stretch>
        </p:blipFill>
        <p:spPr>
          <a:xfrm>
            <a:off x="1242335" y="1066800"/>
            <a:ext cx="9707330" cy="5334000"/>
          </a:xfrm>
          <a:prstGeom prst="rect">
            <a:avLst/>
          </a:prstGeom>
        </p:spPr>
      </p:pic>
    </p:spTree>
    <p:extLst>
      <p:ext uri="{BB962C8B-B14F-4D97-AF65-F5344CB8AC3E}">
        <p14:creationId xmlns:p14="http://schemas.microsoft.com/office/powerpoint/2010/main" val="338024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b="1" dirty="0">
                <a:latin typeface="Times New Roman" panose="02020603050405020304" pitchFamily="18" charset="0"/>
                <a:cs typeface="Times New Roman" panose="02020603050405020304" pitchFamily="18" charset="0"/>
              </a:rPr>
              <a:t>RESULTS</a:t>
            </a:r>
            <a:br>
              <a:rPr lang="en-IN" sz="4000" b="1" dirty="0">
                <a:latin typeface="Times New Roman" panose="02020603050405020304" pitchFamily="18" charset="0"/>
                <a:cs typeface="Times New Roman" panose="02020603050405020304" pitchFamily="18" charset="0"/>
              </a:rPr>
            </a:br>
            <a:endParaRPr sz="4000" b="1"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5C27ED06-CEC7-6D05-8275-B16CB2C13AD1}"/>
              </a:ext>
            </a:extLst>
          </p:cNvPr>
          <p:cNvSpPr>
            <a:spLocks noGrp="1" noChangeArrowheads="1"/>
          </p:cNvSpPr>
          <p:nvPr>
            <p:ph idx="1"/>
          </p:nvPr>
        </p:nvSpPr>
        <p:spPr bwMode="auto">
          <a:xfrm>
            <a:off x="1066800" y="1823711"/>
            <a:ext cx="9829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of rainfall, water level, flow, temperature, and humidity. AI predicts possible flood events in advance. Alerts sent via: LCD display</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 to authorities</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Reliable operation during power failures (solar powered). Long-range communication ensures data from remote areas</a:t>
            </a:r>
          </a:p>
        </p:txBody>
      </p:sp>
    </p:spTree>
    <p:extLst>
      <p:ext uri="{BB962C8B-B14F-4D97-AF65-F5344CB8AC3E}">
        <p14:creationId xmlns:p14="http://schemas.microsoft.com/office/powerpoint/2010/main" val="3784506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EBB53-348F-9AC0-2192-7A756DDA5A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521704-0CC6-0673-0E74-37D2CD4EA562}"/>
              </a:ext>
            </a:extLst>
          </p:cNvPr>
          <p:cNvSpPr>
            <a:spLocks noGrp="1"/>
          </p:cNvSpPr>
          <p:nvPr>
            <p:ph type="title"/>
          </p:nvPr>
        </p:nvSpPr>
        <p:spPr>
          <a:xfrm>
            <a:off x="609600" y="28305"/>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Output Screenshot </a:t>
            </a:r>
            <a:endParaRPr lang="en-IN" sz="4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8B2534C-3F67-A1A9-92CB-F75CEBB7C2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06745" y="1371600"/>
            <a:ext cx="7578509" cy="4800600"/>
          </a:xfrm>
          <a:prstGeom prst="rect">
            <a:avLst/>
          </a:prstGeom>
        </p:spPr>
      </p:pic>
    </p:spTree>
    <p:extLst>
      <p:ext uri="{BB962C8B-B14F-4D97-AF65-F5344CB8AC3E}">
        <p14:creationId xmlns:p14="http://schemas.microsoft.com/office/powerpoint/2010/main" val="371237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828B3-9218-D0F4-4A38-72DFE779D5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340053-8552-4782-D49C-91D430A95CE5}"/>
              </a:ext>
            </a:extLst>
          </p:cNvPr>
          <p:cNvSpPr>
            <a:spLocks noGrp="1"/>
          </p:cNvSpPr>
          <p:nvPr>
            <p:ph type="title"/>
          </p:nvPr>
        </p:nvSpPr>
        <p:spPr>
          <a:xfrm>
            <a:off x="609600" y="28305"/>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Output Screenshot </a:t>
            </a:r>
            <a:endParaRPr lang="en-IN" sz="4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127846C-C914-1EA0-5ED7-A59FFAA4B5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48055" y="1341760"/>
            <a:ext cx="6840105" cy="4707878"/>
          </a:xfrm>
          <a:prstGeom prst="rect">
            <a:avLst/>
          </a:prstGeom>
        </p:spPr>
      </p:pic>
    </p:spTree>
    <p:extLst>
      <p:ext uri="{BB962C8B-B14F-4D97-AF65-F5344CB8AC3E}">
        <p14:creationId xmlns:p14="http://schemas.microsoft.com/office/powerpoint/2010/main" val="1858739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766D0-35B3-BCED-1D95-9BF10D6DBA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586AA0-8794-5EAE-5E4C-A209FDC1CF85}"/>
              </a:ext>
            </a:extLst>
          </p:cNvPr>
          <p:cNvSpPr>
            <a:spLocks noGrp="1"/>
          </p:cNvSpPr>
          <p:nvPr>
            <p:ph type="title"/>
          </p:nvPr>
        </p:nvSpPr>
        <p:spPr>
          <a:xfrm>
            <a:off x="609600" y="28305"/>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Output Screenshot </a:t>
            </a:r>
            <a:endParaRPr lang="en-IN" sz="4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55C51AD-5730-5E84-E230-8549E6BC0D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10957" y="2071161"/>
            <a:ext cx="6770085" cy="3678441"/>
          </a:xfrm>
          <a:prstGeom prst="rect">
            <a:avLst/>
          </a:prstGeom>
        </p:spPr>
      </p:pic>
    </p:spTree>
    <p:extLst>
      <p:ext uri="{BB962C8B-B14F-4D97-AF65-F5344CB8AC3E}">
        <p14:creationId xmlns:p14="http://schemas.microsoft.com/office/powerpoint/2010/main" val="1961847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E52FB-E67C-40B9-80BA-E5FA380371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BFEF89-554F-4514-6BDC-362C984B23E4}"/>
              </a:ext>
            </a:extLst>
          </p:cNvPr>
          <p:cNvSpPr>
            <a:spLocks noGrp="1"/>
          </p:cNvSpPr>
          <p:nvPr>
            <p:ph type="title"/>
          </p:nvPr>
        </p:nvSpPr>
        <p:spPr>
          <a:xfrm>
            <a:off x="609600" y="28305"/>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Output Screenshot </a:t>
            </a:r>
            <a:endParaRPr lang="en-IN" sz="4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61233B3-FECA-50F8-C62C-5FE21FF366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rot="10800000">
            <a:off x="2390618" y="1087348"/>
            <a:ext cx="7410764" cy="5558073"/>
          </a:xfrm>
          <a:prstGeom prst="rect">
            <a:avLst/>
          </a:prstGeom>
        </p:spPr>
      </p:pic>
    </p:spTree>
    <p:extLst>
      <p:ext uri="{BB962C8B-B14F-4D97-AF65-F5344CB8AC3E}">
        <p14:creationId xmlns:p14="http://schemas.microsoft.com/office/powerpoint/2010/main" val="3210948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445E-350F-9309-804F-4939BD9AF8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75E5DB-24A7-C3ED-07E8-F213B682D90B}"/>
              </a:ext>
            </a:extLst>
          </p:cNvPr>
          <p:cNvSpPr>
            <a:spLocks noGrp="1"/>
          </p:cNvSpPr>
          <p:nvPr>
            <p:ph type="title"/>
          </p:nvPr>
        </p:nvSpPr>
        <p:spPr>
          <a:xfrm>
            <a:off x="609600" y="28305"/>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Output Screenshot </a:t>
            </a:r>
            <a:endParaRPr lang="en-IN" sz="4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25E928C-A4FA-2A72-FB5A-1241878E83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96203" y="1207801"/>
            <a:ext cx="7195862" cy="5396897"/>
          </a:xfrm>
          <a:prstGeom prst="rect">
            <a:avLst/>
          </a:prstGeom>
        </p:spPr>
      </p:pic>
    </p:spTree>
    <p:extLst>
      <p:ext uri="{BB962C8B-B14F-4D97-AF65-F5344CB8AC3E}">
        <p14:creationId xmlns:p14="http://schemas.microsoft.com/office/powerpoint/2010/main" val="4202343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A4D01-44B1-2C7E-3540-98F11E4F10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483CF1-16D8-0246-21F9-EDC71EAD053F}"/>
              </a:ext>
            </a:extLst>
          </p:cNvPr>
          <p:cNvSpPr>
            <a:spLocks noGrp="1"/>
          </p:cNvSpPr>
          <p:nvPr>
            <p:ph type="title"/>
          </p:nvPr>
        </p:nvSpPr>
        <p:spPr>
          <a:xfrm>
            <a:off x="609600" y="28305"/>
            <a:ext cx="10972800" cy="1143000"/>
          </a:xfrm>
        </p:spPr>
        <p:txBody>
          <a:bodyPr>
            <a:normAutofit/>
          </a:bodyPr>
          <a:lstStyle/>
          <a:p>
            <a:r>
              <a:rPr lang="en-US" sz="4000" b="1" dirty="0">
                <a:latin typeface="Times New Roman" panose="02020603050405020304" pitchFamily="18" charset="0"/>
                <a:cs typeface="Times New Roman" panose="02020603050405020304" pitchFamily="18" charset="0"/>
              </a:rPr>
              <a:t>Output Screenshot </a:t>
            </a:r>
            <a:endParaRPr lang="en-IN" sz="4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E8BE31A-233A-4179-B7CC-7A3EEE764CE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02782" y="1009377"/>
            <a:ext cx="7198241" cy="5398681"/>
          </a:xfrm>
          <a:prstGeom prst="rect">
            <a:avLst/>
          </a:prstGeom>
        </p:spPr>
      </p:pic>
    </p:spTree>
    <p:extLst>
      <p:ext uri="{BB962C8B-B14F-4D97-AF65-F5344CB8AC3E}">
        <p14:creationId xmlns:p14="http://schemas.microsoft.com/office/powerpoint/2010/main" val="2710558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152400"/>
            <a:ext cx="10972800" cy="1143000"/>
          </a:xfrm>
        </p:spPr>
        <p:txBody>
          <a:bodyPr>
            <a:noAutofit/>
          </a:bodyPr>
          <a:lstStyle/>
          <a:p>
            <a:r>
              <a:rPr lang="en-US" sz="4000" b="1" dirty="0">
                <a:latin typeface="Times New Roman" panose="02020603050405020304" pitchFamily="18" charset="0"/>
                <a:cs typeface="Times New Roman" panose="02020603050405020304" pitchFamily="18" charset="0"/>
              </a:rPr>
              <a:t>CONCLUSION</a:t>
            </a:r>
            <a:br>
              <a:rPr lang="en-IN"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28600" y="1295400"/>
            <a:ext cx="10972800" cy="5791200"/>
          </a:xfrm>
        </p:spPr>
        <p:txBody>
          <a:bodyPr>
            <a:noAutofit/>
          </a:bodyPr>
          <a:lstStyle/>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Smart and reliable flood prediction system</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Uses AI, IoT, and multi-sensor data</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Provides early warnings through multiple alerts</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Solar-powered for continuous operation</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Works in remote and power-deficient areas</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Reduces flood damage and response time</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Scalable and sustainable flood management solution</a:t>
            </a:r>
          </a:p>
          <a:p>
            <a:pPr marL="457200" algn="just">
              <a:spcAft>
                <a:spcPts val="800"/>
              </a:spcAft>
              <a:buFont typeface="Wingdings" panose="05000000000000000000" pitchFamily="2" charset="2"/>
              <a:buChar char="v"/>
              <a:tabLst>
                <a:tab pos="457200" algn="l"/>
              </a:tabLst>
            </a:pP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244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80430-2028-D633-921F-63D53EEB80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2935A9-C1D6-F176-81DB-28727ED8E2C0}"/>
              </a:ext>
            </a:extLst>
          </p:cNvPr>
          <p:cNvSpPr>
            <a:spLocks noGrp="1"/>
          </p:cNvSpPr>
          <p:nvPr>
            <p:ph type="title"/>
          </p:nvPr>
        </p:nvSpPr>
        <p:spPr>
          <a:xfrm>
            <a:off x="609600" y="381000"/>
            <a:ext cx="10972800" cy="1143000"/>
          </a:xfrm>
        </p:spPr>
        <p:txBody>
          <a:bodyPr>
            <a:noAutofit/>
          </a:bodyPr>
          <a:lstStyle/>
          <a:p>
            <a:r>
              <a:rPr lang="en-US" sz="4000" b="1" dirty="0">
                <a:latin typeface="Times New Roman" panose="02020603050405020304" pitchFamily="18" charset="0"/>
                <a:cs typeface="Times New Roman" panose="02020603050405020304" pitchFamily="18" charset="0"/>
              </a:rPr>
              <a:t>FUTURE ENHANCEMENT</a:t>
            </a:r>
            <a:br>
              <a:rPr lang="en-IN"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1475FF5-711B-ADC9-8CDF-19FDA08D45BA}"/>
              </a:ext>
            </a:extLst>
          </p:cNvPr>
          <p:cNvSpPr>
            <a:spLocks noGrp="1"/>
          </p:cNvSpPr>
          <p:nvPr>
            <p:ph idx="1"/>
          </p:nvPr>
        </p:nvSpPr>
        <p:spPr>
          <a:xfrm>
            <a:off x="228600" y="1371600"/>
            <a:ext cx="10972800" cy="5791200"/>
          </a:xfrm>
        </p:spPr>
        <p:txBody>
          <a:bodyPr>
            <a:noAutofit/>
          </a:bodyPr>
          <a:lstStyle/>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Add more environmental sensors</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Improve AI model accuracy</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Integrate mobile app for alerts</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Use satellite and weather data</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Expand system to large river basins</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Connect with government disaster systems</a:t>
            </a:r>
          </a:p>
          <a:p>
            <a:pPr marL="457200" algn="just">
              <a:spcAft>
                <a:spcPts val="800"/>
              </a:spcAft>
              <a:buFont typeface="Wingdings" panose="05000000000000000000" pitchFamily="2" charset="2"/>
              <a:buChar char="v"/>
              <a:tabLst>
                <a:tab pos="457200" algn="l"/>
              </a:tabLst>
            </a:pP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5925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8000" y="228600"/>
            <a:ext cx="10972800" cy="1143000"/>
          </a:xfrm>
        </p:spPr>
        <p:txBody>
          <a:bodyPr>
            <a:noAutofit/>
          </a:bodyPr>
          <a:lstStyle/>
          <a:p>
            <a:r>
              <a:rPr lang="en-US" sz="4000" b="1" dirty="0">
                <a:latin typeface="Times New Roman" panose="02020603050405020304" pitchFamily="18" charset="0"/>
                <a:cs typeface="Times New Roman" panose="02020603050405020304" pitchFamily="18" charset="0"/>
              </a:rPr>
              <a:t>REFERENCES</a:t>
            </a:r>
            <a:br>
              <a:rPr lang="en-IN"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09600" y="990600"/>
            <a:ext cx="10972800" cy="5791200"/>
          </a:xfrm>
        </p:spPr>
        <p:txBody>
          <a:bodyPr>
            <a:noAutofit/>
          </a:bodyPr>
          <a:lstStyle/>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[1] M. A. Kamal et al., “Requirements, deployments, and challenges of LoRa technology,” </a:t>
            </a:r>
            <a:r>
              <a:rPr lang="en-IN" sz="2000" i="1" dirty="0" err="1">
                <a:latin typeface="Times New Roman" panose="02020603050405020304" pitchFamily="18" charset="0"/>
                <a:cs typeface="Times New Roman" panose="02020603050405020304" pitchFamily="18" charset="0"/>
              </a:rPr>
              <a:t>Comput</a:t>
            </a:r>
            <a:r>
              <a:rPr lang="en-IN" sz="2000" i="1" dirty="0">
                <a:latin typeface="Times New Roman" panose="02020603050405020304" pitchFamily="18" charset="0"/>
                <a:cs typeface="Times New Roman" panose="02020603050405020304" pitchFamily="18" charset="0"/>
              </a:rPr>
              <a:t>. Intell. </a:t>
            </a:r>
            <a:r>
              <a:rPr lang="en-IN" sz="2000" i="1" dirty="0" err="1">
                <a:latin typeface="Times New Roman" panose="02020603050405020304" pitchFamily="18" charset="0"/>
                <a:cs typeface="Times New Roman" panose="02020603050405020304" pitchFamily="18" charset="0"/>
              </a:rPr>
              <a:t>Neurosci</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2023.</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[2] H. S. Munawar, “Flood disaster management: Risks, technologies, and future directions,” 2020.</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[3] M. I. Zakaria et al., “</a:t>
            </a:r>
            <a:r>
              <a:rPr lang="en-IN" sz="2000" dirty="0" err="1">
                <a:latin typeface="Times New Roman" panose="02020603050405020304" pitchFamily="18" charset="0"/>
                <a:cs typeface="Times New Roman" panose="02020603050405020304" pitchFamily="18" charset="0"/>
              </a:rPr>
              <a:t>LoRaWAN</a:t>
            </a:r>
            <a:r>
              <a:rPr lang="en-IN" sz="2000" dirty="0">
                <a:latin typeface="Times New Roman" panose="02020603050405020304" pitchFamily="18" charset="0"/>
                <a:cs typeface="Times New Roman" panose="02020603050405020304" pitchFamily="18" charset="0"/>
              </a:rPr>
              <a:t>-based IoT flood monitoring and warning system,” </a:t>
            </a:r>
            <a:r>
              <a:rPr lang="en-IN" sz="2000" i="1" dirty="0">
                <a:latin typeface="Times New Roman" panose="02020603050405020304" pitchFamily="18" charset="0"/>
                <a:cs typeface="Times New Roman" panose="02020603050405020304" pitchFamily="18" charset="0"/>
              </a:rPr>
              <a:t>Internet of Things Cyber-Physical Systems</a:t>
            </a:r>
            <a:r>
              <a:rPr lang="en-IN" sz="2000" dirty="0">
                <a:latin typeface="Times New Roman" panose="02020603050405020304" pitchFamily="18" charset="0"/>
                <a:cs typeface="Times New Roman" panose="02020603050405020304" pitchFamily="18" charset="0"/>
              </a:rPr>
              <a:t>, 2023.</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[4] S. </a:t>
            </a:r>
            <a:r>
              <a:rPr lang="en-IN" sz="2000" dirty="0" err="1">
                <a:latin typeface="Times New Roman" panose="02020603050405020304" pitchFamily="18" charset="0"/>
                <a:cs typeface="Times New Roman" panose="02020603050405020304" pitchFamily="18" charset="0"/>
              </a:rPr>
              <a:t>Devalal</a:t>
            </a:r>
            <a:r>
              <a:rPr lang="en-IN" sz="2000" dirty="0">
                <a:latin typeface="Times New Roman" panose="02020603050405020304" pitchFamily="18" charset="0"/>
                <a:cs typeface="Times New Roman" panose="02020603050405020304" pitchFamily="18" charset="0"/>
              </a:rPr>
              <a:t> and A. Karthikeyan, “LoRa technology—An overview,” </a:t>
            </a:r>
            <a:r>
              <a:rPr lang="en-IN" sz="2000" i="1" dirty="0">
                <a:latin typeface="Times New Roman" panose="02020603050405020304" pitchFamily="18" charset="0"/>
                <a:cs typeface="Times New Roman" panose="02020603050405020304" pitchFamily="18" charset="0"/>
              </a:rPr>
              <a:t>IEEE ICECA</a:t>
            </a:r>
            <a:r>
              <a:rPr lang="en-IN" sz="2000" dirty="0">
                <a:latin typeface="Times New Roman" panose="02020603050405020304" pitchFamily="18" charset="0"/>
                <a:cs typeface="Times New Roman" panose="02020603050405020304" pitchFamily="18" charset="0"/>
              </a:rPr>
              <a:t>, 2018.</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[5] A. Augustin et al., “A study of LoRa: Long range &amp; low power networks,” </a:t>
            </a:r>
            <a:r>
              <a:rPr lang="en-IN" sz="2000" i="1" dirty="0">
                <a:latin typeface="Times New Roman" panose="02020603050405020304" pitchFamily="18" charset="0"/>
                <a:cs typeface="Times New Roman" panose="02020603050405020304" pitchFamily="18" charset="0"/>
              </a:rPr>
              <a:t>Sensors</a:t>
            </a:r>
            <a:r>
              <a:rPr lang="en-IN" sz="2000" dirty="0">
                <a:latin typeface="Times New Roman" panose="02020603050405020304" pitchFamily="18" charset="0"/>
                <a:cs typeface="Times New Roman" panose="02020603050405020304" pitchFamily="18" charset="0"/>
              </a:rPr>
              <a:t>, 2016.</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[6] N. </a:t>
            </a:r>
            <a:r>
              <a:rPr lang="en-IN" sz="2000" dirty="0" err="1">
                <a:latin typeface="Times New Roman" panose="02020603050405020304" pitchFamily="18" charset="0"/>
                <a:cs typeface="Times New Roman" panose="02020603050405020304" pitchFamily="18" charset="0"/>
              </a:rPr>
              <a:t>Baccour</a:t>
            </a:r>
            <a:r>
              <a:rPr lang="en-IN" sz="2000" dirty="0">
                <a:latin typeface="Times New Roman" panose="02020603050405020304" pitchFamily="18" charset="0"/>
                <a:cs typeface="Times New Roman" panose="02020603050405020304" pitchFamily="18" charset="0"/>
              </a:rPr>
              <a:t> et al., “Radio link quality estimation in low-power wireless networks,” </a:t>
            </a:r>
            <a:r>
              <a:rPr lang="en-IN" sz="2000" i="1" dirty="0">
                <a:latin typeface="Times New Roman" panose="02020603050405020304" pitchFamily="18" charset="0"/>
                <a:cs typeface="Times New Roman" panose="02020603050405020304" pitchFamily="18" charset="0"/>
              </a:rPr>
              <a:t>ACM Trans. Sens. </a:t>
            </a:r>
            <a:r>
              <a:rPr lang="en-IN" sz="2000" i="1" dirty="0" err="1">
                <a:latin typeface="Times New Roman" panose="02020603050405020304" pitchFamily="18" charset="0"/>
                <a:cs typeface="Times New Roman" panose="02020603050405020304" pitchFamily="18" charset="0"/>
              </a:rPr>
              <a:t>Netw</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2012.</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[7] R. S. Sutton et al., “Machine learning applications for flood prediction,” </a:t>
            </a:r>
            <a:r>
              <a:rPr lang="en-IN" sz="2000" i="1" dirty="0">
                <a:latin typeface="Times New Roman" panose="02020603050405020304" pitchFamily="18" charset="0"/>
                <a:cs typeface="Times New Roman" panose="02020603050405020304" pitchFamily="18" charset="0"/>
              </a:rPr>
              <a:t>IEEE Access</a:t>
            </a:r>
            <a:r>
              <a:rPr lang="en-IN" sz="2000" dirty="0">
                <a:latin typeface="Times New Roman" panose="02020603050405020304" pitchFamily="18" charset="0"/>
                <a:cs typeface="Times New Roman" panose="02020603050405020304" pitchFamily="18" charset="0"/>
              </a:rPr>
              <a:t>, 2019.</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[8] A. K. Mishra and V. P. Singh, “Flood forecasting using data-driven techniques,” </a:t>
            </a:r>
            <a:r>
              <a:rPr lang="en-IN" sz="2000" i="1" dirty="0" err="1">
                <a:latin typeface="Times New Roman" panose="02020603050405020304" pitchFamily="18" charset="0"/>
                <a:cs typeface="Times New Roman" panose="02020603050405020304" pitchFamily="18" charset="0"/>
              </a:rPr>
              <a:t>Hydrol</a:t>
            </a:r>
            <a:r>
              <a:rPr lang="en-IN" sz="2000" i="1" dirty="0">
                <a:latin typeface="Times New Roman" panose="02020603050405020304" pitchFamily="18" charset="0"/>
                <a:cs typeface="Times New Roman" panose="02020603050405020304" pitchFamily="18" charset="0"/>
              </a:rPr>
              <a:t>. Processes</a:t>
            </a:r>
            <a:r>
              <a:rPr lang="en-IN" sz="2000" dirty="0">
                <a:latin typeface="Times New Roman" panose="02020603050405020304" pitchFamily="18" charset="0"/>
                <a:cs typeface="Times New Roman" panose="02020603050405020304" pitchFamily="18" charset="0"/>
              </a:rPr>
              <a:t>, 2011.</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[9] P. P. Ray, “Internet of Things cloud-based smart flood monitoring system,” </a:t>
            </a:r>
            <a:r>
              <a:rPr lang="en-IN" sz="2000" i="1" dirty="0">
                <a:latin typeface="Times New Roman" panose="02020603050405020304" pitchFamily="18" charset="0"/>
                <a:cs typeface="Times New Roman" panose="02020603050405020304" pitchFamily="18" charset="0"/>
              </a:rPr>
              <a:t>J. Ambient Intell. Humanized </a:t>
            </a:r>
            <a:r>
              <a:rPr lang="en-IN" sz="2000" i="1" dirty="0" err="1">
                <a:latin typeface="Times New Roman" panose="02020603050405020304" pitchFamily="18" charset="0"/>
                <a:cs typeface="Times New Roman" panose="02020603050405020304" pitchFamily="18" charset="0"/>
              </a:rPr>
              <a:t>Comput</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2018.</a:t>
            </a:r>
          </a:p>
          <a:p>
            <a:pPr>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[10] S. S. Sahoo et al., “AI-based flood prediction and early warning systems,” </a:t>
            </a:r>
            <a:r>
              <a:rPr lang="en-IN" sz="2000" i="1" dirty="0">
                <a:latin typeface="Times New Roman" panose="02020603050405020304" pitchFamily="18" charset="0"/>
                <a:cs typeface="Times New Roman" panose="02020603050405020304" pitchFamily="18" charset="0"/>
              </a:rPr>
              <a:t>Int. J. Disaster Risk Reduction</a:t>
            </a:r>
            <a:r>
              <a:rPr lang="en-IN" sz="2000" dirty="0">
                <a:latin typeface="Times New Roman" panose="02020603050405020304" pitchFamily="18" charset="0"/>
                <a:cs typeface="Times New Roman" panose="02020603050405020304" pitchFamily="18" charset="0"/>
              </a:rPr>
              <a:t>, 2021.</a:t>
            </a:r>
          </a:p>
          <a:p>
            <a:pPr algn="just">
              <a:lnSpc>
                <a:spcPct val="150000"/>
              </a:lnSpc>
              <a:buFont typeface="Wingdings" panose="05000000000000000000" pitchFamily="2" charset="2"/>
              <a:buChar char="v"/>
            </a:pPr>
            <a:endParaRPr lang="en-US" sz="20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580881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891"/>
            <a:ext cx="12192000" cy="6829425"/>
          </a:xfrm>
          <a:solidFill>
            <a:schemeClr val="accent5">
              <a:lumMod val="90000"/>
            </a:schemeClr>
          </a:solidFill>
        </p:spPr>
        <p:txBody>
          <a:bodyPr/>
          <a:lstStyle/>
          <a:p>
            <a:r>
              <a:rPr lang="en-IN" altLang="en-US" b="1" dirty="0">
                <a:latin typeface="Arial Black" panose="020B0A04020102020204" pitchFamily="34" charset="0"/>
              </a:rPr>
              <a:t>THANK YOU !! </a:t>
            </a:r>
          </a:p>
        </p:txBody>
      </p:sp>
    </p:spTree>
    <p:extLst>
      <p:ext uri="{BB962C8B-B14F-4D97-AF65-F5344CB8AC3E}">
        <p14:creationId xmlns:p14="http://schemas.microsoft.com/office/powerpoint/2010/main" val="3049346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2722</TotalTime>
  <Words>1966</Words>
  <Application>Microsoft Office PowerPoint</Application>
  <PresentationFormat>Widescreen</PresentationFormat>
  <Paragraphs>223</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Arial Black</vt:lpstr>
      <vt:lpstr>Calibri</vt:lpstr>
      <vt:lpstr>Times New Roman</vt:lpstr>
      <vt:lpstr>Wingdings</vt:lpstr>
      <vt:lpstr>Office Theme</vt:lpstr>
      <vt:lpstr>           SIDDARTHA INSTITUTE OF SCIENCE AND TECHNOLOGY (AUTONOMOUS)</vt:lpstr>
      <vt:lpstr>ABSTRACT</vt:lpstr>
      <vt:lpstr>INTRODUCTION</vt:lpstr>
      <vt:lpstr>Domain Specification</vt:lpstr>
      <vt:lpstr>Literature survey </vt:lpstr>
      <vt:lpstr>Literature survey </vt:lpstr>
      <vt:lpstr>PROBLEM STATEMENT</vt:lpstr>
      <vt:lpstr>EXISTING SYSTEM </vt:lpstr>
      <vt:lpstr>DISADVANTAGES OF EXISTING SYSTEM</vt:lpstr>
      <vt:lpstr>PROPOSED SYSTEM</vt:lpstr>
      <vt:lpstr>ADVANTAGES OF PROPOSED SYSTEM</vt:lpstr>
      <vt:lpstr>SYSTEM REQUIREMENTS</vt:lpstr>
      <vt:lpstr>Hardware Requirements</vt:lpstr>
      <vt:lpstr>SOFTWARE REQUIREMENTS</vt:lpstr>
      <vt:lpstr>SYSTEM ARCHITECTURE                           -Transmitter</vt:lpstr>
      <vt:lpstr>SYSTEM ARCHITECTURE                           -Receiver</vt:lpstr>
      <vt:lpstr>MODULES</vt:lpstr>
      <vt:lpstr>MODULES</vt:lpstr>
      <vt:lpstr>ALGORITHM</vt:lpstr>
      <vt:lpstr>CLASS DIAGRAM</vt:lpstr>
      <vt:lpstr>USE CASE DIAGRAM </vt:lpstr>
      <vt:lpstr>USE CASE DIAGRAM </vt:lpstr>
      <vt:lpstr>SEQUENCE DIAGRAM</vt:lpstr>
      <vt:lpstr>ACTIVITY DIAGRAM </vt:lpstr>
      <vt:lpstr>DEPLOYMENT DIAGRAM</vt:lpstr>
      <vt:lpstr>RESULTS </vt:lpstr>
      <vt:lpstr>Output Screenshot </vt:lpstr>
      <vt:lpstr>Output Screenshot </vt:lpstr>
      <vt:lpstr>Output Screenshot </vt:lpstr>
      <vt:lpstr>Output Screenshot </vt:lpstr>
      <vt:lpstr>Output Screenshot </vt:lpstr>
      <vt:lpstr>Output Screenshot </vt:lpstr>
      <vt:lpstr>CONCLUSION </vt:lpstr>
      <vt:lpstr>FUTURE ENHANCEMENT </vt:lpstr>
      <vt:lpstr>REFERENCES </vt:lpstr>
      <vt:lpstr>THANK YOU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bn pavan kalyan</dc:creator>
  <cp:lastModifiedBy>Mahidhar reddy Gopireddy venkata</cp:lastModifiedBy>
  <cp:revision>94</cp:revision>
  <dcterms:created xsi:type="dcterms:W3CDTF">2006-08-16T00:00:00Z</dcterms:created>
  <dcterms:modified xsi:type="dcterms:W3CDTF">2026-01-09T06:41:18Z</dcterms:modified>
</cp:coreProperties>
</file>